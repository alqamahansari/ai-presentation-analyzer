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DF6B0-0E76-4835-9C8E-91642D24DB3A}" v="112" dt="2026-03-07T02:27:27.155"/>
    <p1510:client id="{A8E2E943-F8EF-47C4-8175-1A639B6F4DE2}" v="139" dt="2026-03-06T17:52:32.696"/>
    <p1510:client id="{AB74624A-BB41-4344-9C01-8331C3C1FFAD}" v="2" dt="2026-03-06T18:19:21.833"/>
    <p1510:client id="{C96752D1-9C12-404E-97FC-43B12CD4AD3B}" v="37" dt="2026-03-06T18:29:25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20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4.sv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18.svg"/><Relationship Id="rId4" Type="http://schemas.openxmlformats.org/officeDocument/2006/relationships/image" Target="../media/image16.svg"/><Relationship Id="rId9" Type="http://schemas.openxmlformats.org/officeDocument/2006/relationships/image" Target="../media/image17.png"/><Relationship Id="rId1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20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4.sv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18.svg"/><Relationship Id="rId4" Type="http://schemas.openxmlformats.org/officeDocument/2006/relationships/image" Target="../media/image16.svg"/><Relationship Id="rId9" Type="http://schemas.openxmlformats.org/officeDocument/2006/relationships/image" Target="../media/image17.png"/><Relationship Id="rId1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04F169-AC97-4927-8B25-9433F0F69CA3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0F4646D-6070-46DB-935A-9F75F934FC6D}">
      <dgm:prSet/>
      <dgm:spPr/>
      <dgm:t>
        <a:bodyPr/>
        <a:lstStyle/>
        <a:p>
          <a:r>
            <a:rPr lang="en-US"/>
            <a:t>Mock interviews conducted by instructors or trainers</a:t>
          </a:r>
        </a:p>
      </dgm:t>
    </dgm:pt>
    <dgm:pt modelId="{14308BBE-0823-439F-B872-F8DA695D13FD}" type="parTrans" cxnId="{190FDB3C-90E9-43F6-9A31-52566889680B}">
      <dgm:prSet/>
      <dgm:spPr/>
      <dgm:t>
        <a:bodyPr/>
        <a:lstStyle/>
        <a:p>
          <a:endParaRPr lang="en-US"/>
        </a:p>
      </dgm:t>
    </dgm:pt>
    <dgm:pt modelId="{3CA73E22-418F-493F-A987-97828DC50340}" type="sibTrans" cxnId="{190FDB3C-90E9-43F6-9A31-52566889680B}">
      <dgm:prSet/>
      <dgm:spPr/>
      <dgm:t>
        <a:bodyPr/>
        <a:lstStyle/>
        <a:p>
          <a:endParaRPr lang="en-US"/>
        </a:p>
      </dgm:t>
    </dgm:pt>
    <dgm:pt modelId="{1E06BBFA-1D03-45AE-9533-28168BBC2834}">
      <dgm:prSet/>
      <dgm:spPr/>
      <dgm:t>
        <a:bodyPr/>
        <a:lstStyle/>
        <a:p>
          <a:r>
            <a:rPr lang="en-US"/>
            <a:t>Manual feedback based on observation</a:t>
          </a:r>
        </a:p>
      </dgm:t>
    </dgm:pt>
    <dgm:pt modelId="{446AC489-DC0C-42E2-AA23-D58E4A4C3288}" type="parTrans" cxnId="{6E0841E7-C860-4B2D-B3E0-040D7250DFEB}">
      <dgm:prSet/>
      <dgm:spPr/>
      <dgm:t>
        <a:bodyPr/>
        <a:lstStyle/>
        <a:p>
          <a:endParaRPr lang="en-US"/>
        </a:p>
      </dgm:t>
    </dgm:pt>
    <dgm:pt modelId="{997677A6-3DC2-44BF-B68D-057EDD4EF47A}" type="sibTrans" cxnId="{6E0841E7-C860-4B2D-B3E0-040D7250DFEB}">
      <dgm:prSet/>
      <dgm:spPr/>
      <dgm:t>
        <a:bodyPr/>
        <a:lstStyle/>
        <a:p>
          <a:endParaRPr lang="en-US"/>
        </a:p>
      </dgm:t>
    </dgm:pt>
    <dgm:pt modelId="{2B7C7C92-8FA7-476F-BC1B-DAEFDA30D1AE}">
      <dgm:prSet/>
      <dgm:spPr/>
      <dgm:t>
        <a:bodyPr/>
        <a:lstStyle/>
        <a:p>
          <a:r>
            <a:rPr lang="en-US"/>
            <a:t>Limited analysis of facial expressions and speech patterns</a:t>
          </a:r>
        </a:p>
      </dgm:t>
    </dgm:pt>
    <dgm:pt modelId="{64809F23-763D-4413-BE52-93414A48AD9B}" type="parTrans" cxnId="{D79D461C-EBFA-4D8D-8EFB-4FBE79D8FC90}">
      <dgm:prSet/>
      <dgm:spPr/>
      <dgm:t>
        <a:bodyPr/>
        <a:lstStyle/>
        <a:p>
          <a:endParaRPr lang="en-US"/>
        </a:p>
      </dgm:t>
    </dgm:pt>
    <dgm:pt modelId="{F5DFE16F-0CCA-41F9-A9C9-1922F5F725D2}" type="sibTrans" cxnId="{D79D461C-EBFA-4D8D-8EFB-4FBE79D8FC90}">
      <dgm:prSet/>
      <dgm:spPr/>
      <dgm:t>
        <a:bodyPr/>
        <a:lstStyle/>
        <a:p>
          <a:endParaRPr lang="en-US"/>
        </a:p>
      </dgm:t>
    </dgm:pt>
    <dgm:pt modelId="{A0C8605E-E7E9-4AD3-8FDE-EF3BD4CDA2C7}">
      <dgm:prSet/>
      <dgm:spPr/>
      <dgm:t>
        <a:bodyPr/>
        <a:lstStyle/>
        <a:p>
          <a:r>
            <a:rPr lang="en-US"/>
            <a:t>Evaluation may vary between evaluators</a:t>
          </a:r>
        </a:p>
      </dgm:t>
    </dgm:pt>
    <dgm:pt modelId="{A2869D08-EEA8-4246-BE9F-ED382B065354}" type="parTrans" cxnId="{5FDE523E-D59E-4002-9618-A256066FF5F8}">
      <dgm:prSet/>
      <dgm:spPr/>
      <dgm:t>
        <a:bodyPr/>
        <a:lstStyle/>
        <a:p>
          <a:endParaRPr lang="en-US"/>
        </a:p>
      </dgm:t>
    </dgm:pt>
    <dgm:pt modelId="{59ABEC7B-5A5C-476A-9833-AE9FBEBE4B1B}" type="sibTrans" cxnId="{5FDE523E-D59E-4002-9618-A256066FF5F8}">
      <dgm:prSet/>
      <dgm:spPr/>
      <dgm:t>
        <a:bodyPr/>
        <a:lstStyle/>
        <a:p>
          <a:endParaRPr lang="en-US"/>
        </a:p>
      </dgm:t>
    </dgm:pt>
    <dgm:pt modelId="{C715CA06-5050-402F-9660-B84177F9E6B3}" type="pres">
      <dgm:prSet presAssocID="{7C04F169-AC97-4927-8B25-9433F0F69CA3}" presName="diagram" presStyleCnt="0">
        <dgm:presLayoutVars>
          <dgm:dir/>
          <dgm:resizeHandles val="exact"/>
        </dgm:presLayoutVars>
      </dgm:prSet>
      <dgm:spPr/>
    </dgm:pt>
    <dgm:pt modelId="{C67E2777-3C29-4389-9895-CB6FA5A7ADE3}" type="pres">
      <dgm:prSet presAssocID="{80F4646D-6070-46DB-935A-9F75F934FC6D}" presName="node" presStyleLbl="node1" presStyleIdx="0" presStyleCnt="4">
        <dgm:presLayoutVars>
          <dgm:bulletEnabled val="1"/>
        </dgm:presLayoutVars>
      </dgm:prSet>
      <dgm:spPr/>
    </dgm:pt>
    <dgm:pt modelId="{E12BF823-90C8-4878-8713-443D9D6F46A5}" type="pres">
      <dgm:prSet presAssocID="{3CA73E22-418F-493F-A987-97828DC50340}" presName="sibTrans" presStyleLbl="sibTrans2D1" presStyleIdx="0" presStyleCnt="3"/>
      <dgm:spPr/>
    </dgm:pt>
    <dgm:pt modelId="{2EA5A264-576A-4C42-9300-AEDD9339596C}" type="pres">
      <dgm:prSet presAssocID="{3CA73E22-418F-493F-A987-97828DC50340}" presName="connectorText" presStyleLbl="sibTrans2D1" presStyleIdx="0" presStyleCnt="3"/>
      <dgm:spPr/>
    </dgm:pt>
    <dgm:pt modelId="{D163AD4D-664A-46FE-A0DC-2312FDF5A97A}" type="pres">
      <dgm:prSet presAssocID="{1E06BBFA-1D03-45AE-9533-28168BBC2834}" presName="node" presStyleLbl="node1" presStyleIdx="1" presStyleCnt="4">
        <dgm:presLayoutVars>
          <dgm:bulletEnabled val="1"/>
        </dgm:presLayoutVars>
      </dgm:prSet>
      <dgm:spPr/>
    </dgm:pt>
    <dgm:pt modelId="{8512D51B-D84D-4D78-8B73-FC717B0E574F}" type="pres">
      <dgm:prSet presAssocID="{997677A6-3DC2-44BF-B68D-057EDD4EF47A}" presName="sibTrans" presStyleLbl="sibTrans2D1" presStyleIdx="1" presStyleCnt="3"/>
      <dgm:spPr/>
    </dgm:pt>
    <dgm:pt modelId="{1CBE0077-9DD8-4051-A4A3-29626B443B3B}" type="pres">
      <dgm:prSet presAssocID="{997677A6-3DC2-44BF-B68D-057EDD4EF47A}" presName="connectorText" presStyleLbl="sibTrans2D1" presStyleIdx="1" presStyleCnt="3"/>
      <dgm:spPr/>
    </dgm:pt>
    <dgm:pt modelId="{58398BB1-EE20-4A0A-BFC9-EEA7CF64F0F4}" type="pres">
      <dgm:prSet presAssocID="{2B7C7C92-8FA7-476F-BC1B-DAEFDA30D1AE}" presName="node" presStyleLbl="node1" presStyleIdx="2" presStyleCnt="4">
        <dgm:presLayoutVars>
          <dgm:bulletEnabled val="1"/>
        </dgm:presLayoutVars>
      </dgm:prSet>
      <dgm:spPr/>
    </dgm:pt>
    <dgm:pt modelId="{E1C1FC8C-7A9D-40F5-B7D7-A150837F1BD4}" type="pres">
      <dgm:prSet presAssocID="{F5DFE16F-0CCA-41F9-A9C9-1922F5F725D2}" presName="sibTrans" presStyleLbl="sibTrans2D1" presStyleIdx="2" presStyleCnt="3"/>
      <dgm:spPr/>
    </dgm:pt>
    <dgm:pt modelId="{16D95FC1-8729-4073-A6CF-B1F65100FE88}" type="pres">
      <dgm:prSet presAssocID="{F5DFE16F-0CCA-41F9-A9C9-1922F5F725D2}" presName="connectorText" presStyleLbl="sibTrans2D1" presStyleIdx="2" presStyleCnt="3"/>
      <dgm:spPr/>
    </dgm:pt>
    <dgm:pt modelId="{8FFB9CEB-63C7-4996-A6F3-D943B5FA429C}" type="pres">
      <dgm:prSet presAssocID="{A0C8605E-E7E9-4AD3-8FDE-EF3BD4CDA2C7}" presName="node" presStyleLbl="node1" presStyleIdx="3" presStyleCnt="4">
        <dgm:presLayoutVars>
          <dgm:bulletEnabled val="1"/>
        </dgm:presLayoutVars>
      </dgm:prSet>
      <dgm:spPr/>
    </dgm:pt>
  </dgm:ptLst>
  <dgm:cxnLst>
    <dgm:cxn modelId="{D79D461C-EBFA-4D8D-8EFB-4FBE79D8FC90}" srcId="{7C04F169-AC97-4927-8B25-9433F0F69CA3}" destId="{2B7C7C92-8FA7-476F-BC1B-DAEFDA30D1AE}" srcOrd="2" destOrd="0" parTransId="{64809F23-763D-4413-BE52-93414A48AD9B}" sibTransId="{F5DFE16F-0CCA-41F9-A9C9-1922F5F725D2}"/>
    <dgm:cxn modelId="{4F22E926-B31A-47CF-9521-6CB8B41ECBF4}" type="presOf" srcId="{997677A6-3DC2-44BF-B68D-057EDD4EF47A}" destId="{8512D51B-D84D-4D78-8B73-FC717B0E574F}" srcOrd="0" destOrd="0" presId="urn:microsoft.com/office/officeart/2005/8/layout/process5"/>
    <dgm:cxn modelId="{18D79129-FFC0-4561-800A-D743E00F1343}" type="presOf" srcId="{3CA73E22-418F-493F-A987-97828DC50340}" destId="{E12BF823-90C8-4878-8713-443D9D6F46A5}" srcOrd="0" destOrd="0" presId="urn:microsoft.com/office/officeart/2005/8/layout/process5"/>
    <dgm:cxn modelId="{F7FF8E2B-81CE-4A88-943D-4B90D4AEF8C0}" type="presOf" srcId="{3CA73E22-418F-493F-A987-97828DC50340}" destId="{2EA5A264-576A-4C42-9300-AEDD9339596C}" srcOrd="1" destOrd="0" presId="urn:microsoft.com/office/officeart/2005/8/layout/process5"/>
    <dgm:cxn modelId="{190FDB3C-90E9-43F6-9A31-52566889680B}" srcId="{7C04F169-AC97-4927-8B25-9433F0F69CA3}" destId="{80F4646D-6070-46DB-935A-9F75F934FC6D}" srcOrd="0" destOrd="0" parTransId="{14308BBE-0823-439F-B872-F8DA695D13FD}" sibTransId="{3CA73E22-418F-493F-A987-97828DC50340}"/>
    <dgm:cxn modelId="{5FDE523E-D59E-4002-9618-A256066FF5F8}" srcId="{7C04F169-AC97-4927-8B25-9433F0F69CA3}" destId="{A0C8605E-E7E9-4AD3-8FDE-EF3BD4CDA2C7}" srcOrd="3" destOrd="0" parTransId="{A2869D08-EEA8-4246-BE9F-ED382B065354}" sibTransId="{59ABEC7B-5A5C-476A-9833-AE9FBEBE4B1B}"/>
    <dgm:cxn modelId="{B4A94A61-9AB9-4BCB-9F2A-641D464114AB}" type="presOf" srcId="{A0C8605E-E7E9-4AD3-8FDE-EF3BD4CDA2C7}" destId="{8FFB9CEB-63C7-4996-A6F3-D943B5FA429C}" srcOrd="0" destOrd="0" presId="urn:microsoft.com/office/officeart/2005/8/layout/process5"/>
    <dgm:cxn modelId="{596C776A-4F28-4F38-867D-51FD5276C36A}" type="presOf" srcId="{997677A6-3DC2-44BF-B68D-057EDD4EF47A}" destId="{1CBE0077-9DD8-4051-A4A3-29626B443B3B}" srcOrd="1" destOrd="0" presId="urn:microsoft.com/office/officeart/2005/8/layout/process5"/>
    <dgm:cxn modelId="{1C2C367E-56EE-4327-BE6F-2E61E066EE2B}" type="presOf" srcId="{80F4646D-6070-46DB-935A-9F75F934FC6D}" destId="{C67E2777-3C29-4389-9895-CB6FA5A7ADE3}" srcOrd="0" destOrd="0" presId="urn:microsoft.com/office/officeart/2005/8/layout/process5"/>
    <dgm:cxn modelId="{D805FAB2-25C4-4634-A3EA-DE588969D73C}" type="presOf" srcId="{1E06BBFA-1D03-45AE-9533-28168BBC2834}" destId="{D163AD4D-664A-46FE-A0DC-2312FDF5A97A}" srcOrd="0" destOrd="0" presId="urn:microsoft.com/office/officeart/2005/8/layout/process5"/>
    <dgm:cxn modelId="{75EB03BE-9C23-410F-A3E0-8264C6CCED17}" type="presOf" srcId="{F5DFE16F-0CCA-41F9-A9C9-1922F5F725D2}" destId="{16D95FC1-8729-4073-A6CF-B1F65100FE88}" srcOrd="1" destOrd="0" presId="urn:microsoft.com/office/officeart/2005/8/layout/process5"/>
    <dgm:cxn modelId="{ECF832CE-7F39-486B-A73D-FD0A78265D2A}" type="presOf" srcId="{7C04F169-AC97-4927-8B25-9433F0F69CA3}" destId="{C715CA06-5050-402F-9660-B84177F9E6B3}" srcOrd="0" destOrd="0" presId="urn:microsoft.com/office/officeart/2005/8/layout/process5"/>
    <dgm:cxn modelId="{E5A8D6D0-A4AB-4D7C-999F-D6C46AF901B6}" type="presOf" srcId="{2B7C7C92-8FA7-476F-BC1B-DAEFDA30D1AE}" destId="{58398BB1-EE20-4A0A-BFC9-EEA7CF64F0F4}" srcOrd="0" destOrd="0" presId="urn:microsoft.com/office/officeart/2005/8/layout/process5"/>
    <dgm:cxn modelId="{6E0841E7-C860-4B2D-B3E0-040D7250DFEB}" srcId="{7C04F169-AC97-4927-8B25-9433F0F69CA3}" destId="{1E06BBFA-1D03-45AE-9533-28168BBC2834}" srcOrd="1" destOrd="0" parTransId="{446AC489-DC0C-42E2-AA23-D58E4A4C3288}" sibTransId="{997677A6-3DC2-44BF-B68D-057EDD4EF47A}"/>
    <dgm:cxn modelId="{01CCC9F4-894A-41EB-BBB1-63021CF45F11}" type="presOf" srcId="{F5DFE16F-0CCA-41F9-A9C9-1922F5F725D2}" destId="{E1C1FC8C-7A9D-40F5-B7D7-A150837F1BD4}" srcOrd="0" destOrd="0" presId="urn:microsoft.com/office/officeart/2005/8/layout/process5"/>
    <dgm:cxn modelId="{838BBE80-29BE-4A85-8DD8-B27B759DE3D8}" type="presParOf" srcId="{C715CA06-5050-402F-9660-B84177F9E6B3}" destId="{C67E2777-3C29-4389-9895-CB6FA5A7ADE3}" srcOrd="0" destOrd="0" presId="urn:microsoft.com/office/officeart/2005/8/layout/process5"/>
    <dgm:cxn modelId="{995F46E8-CEB7-4B21-A632-08543B47902A}" type="presParOf" srcId="{C715CA06-5050-402F-9660-B84177F9E6B3}" destId="{E12BF823-90C8-4878-8713-443D9D6F46A5}" srcOrd="1" destOrd="0" presId="urn:microsoft.com/office/officeart/2005/8/layout/process5"/>
    <dgm:cxn modelId="{85FFF35F-C883-412F-988B-A7D8AE06585B}" type="presParOf" srcId="{E12BF823-90C8-4878-8713-443D9D6F46A5}" destId="{2EA5A264-576A-4C42-9300-AEDD9339596C}" srcOrd="0" destOrd="0" presId="urn:microsoft.com/office/officeart/2005/8/layout/process5"/>
    <dgm:cxn modelId="{474FB516-4DDE-49E6-893D-12249050D4E7}" type="presParOf" srcId="{C715CA06-5050-402F-9660-B84177F9E6B3}" destId="{D163AD4D-664A-46FE-A0DC-2312FDF5A97A}" srcOrd="2" destOrd="0" presId="urn:microsoft.com/office/officeart/2005/8/layout/process5"/>
    <dgm:cxn modelId="{017E527A-E4B6-4C9E-BCDC-B8CB4E799849}" type="presParOf" srcId="{C715CA06-5050-402F-9660-B84177F9E6B3}" destId="{8512D51B-D84D-4D78-8B73-FC717B0E574F}" srcOrd="3" destOrd="0" presId="urn:microsoft.com/office/officeart/2005/8/layout/process5"/>
    <dgm:cxn modelId="{B320BBA4-8CEE-45A1-A066-9283CF04AD47}" type="presParOf" srcId="{8512D51B-D84D-4D78-8B73-FC717B0E574F}" destId="{1CBE0077-9DD8-4051-A4A3-29626B443B3B}" srcOrd="0" destOrd="0" presId="urn:microsoft.com/office/officeart/2005/8/layout/process5"/>
    <dgm:cxn modelId="{117089B2-2022-4249-9A38-23CF52766030}" type="presParOf" srcId="{C715CA06-5050-402F-9660-B84177F9E6B3}" destId="{58398BB1-EE20-4A0A-BFC9-EEA7CF64F0F4}" srcOrd="4" destOrd="0" presId="urn:microsoft.com/office/officeart/2005/8/layout/process5"/>
    <dgm:cxn modelId="{BBCB5836-32C9-4F1F-8AA8-F9EC76E5DD78}" type="presParOf" srcId="{C715CA06-5050-402F-9660-B84177F9E6B3}" destId="{E1C1FC8C-7A9D-40F5-B7D7-A150837F1BD4}" srcOrd="5" destOrd="0" presId="urn:microsoft.com/office/officeart/2005/8/layout/process5"/>
    <dgm:cxn modelId="{FF52CE02-4F6F-4F0C-9AF9-ABC0BFF9448B}" type="presParOf" srcId="{E1C1FC8C-7A9D-40F5-B7D7-A150837F1BD4}" destId="{16D95FC1-8729-4073-A6CF-B1F65100FE88}" srcOrd="0" destOrd="0" presId="urn:microsoft.com/office/officeart/2005/8/layout/process5"/>
    <dgm:cxn modelId="{C00E52C7-CE32-4283-A104-9FDF888C5B15}" type="presParOf" srcId="{C715CA06-5050-402F-9660-B84177F9E6B3}" destId="{8FFB9CEB-63C7-4996-A6F3-D943B5FA429C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B6D807-B042-4094-B45D-CCEDEF3A57E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6C6DD68C-BBEC-4A8F-9E46-F9BE6E2468FD}">
      <dgm:prSet/>
      <dgm:spPr/>
      <dgm:t>
        <a:bodyPr/>
        <a:lstStyle/>
        <a:p>
          <a:r>
            <a:rPr lang="en-US"/>
            <a:t>AI-Based Mock Interview Analyzer</a:t>
          </a:r>
        </a:p>
      </dgm:t>
    </dgm:pt>
    <dgm:pt modelId="{75DAA962-F58D-47F8-AF7A-4A1192EF22F9}" type="parTrans" cxnId="{0DD36A92-CB89-4BB0-803B-7DA74607C603}">
      <dgm:prSet/>
      <dgm:spPr/>
      <dgm:t>
        <a:bodyPr/>
        <a:lstStyle/>
        <a:p>
          <a:endParaRPr lang="en-US"/>
        </a:p>
      </dgm:t>
    </dgm:pt>
    <dgm:pt modelId="{FD7BA636-A1E0-42C7-B35B-8359FDD5C75A}" type="sibTrans" cxnId="{0DD36A92-CB89-4BB0-803B-7DA74607C603}">
      <dgm:prSet/>
      <dgm:spPr/>
      <dgm:t>
        <a:bodyPr/>
        <a:lstStyle/>
        <a:p>
          <a:endParaRPr lang="en-US"/>
        </a:p>
      </dgm:t>
    </dgm:pt>
    <dgm:pt modelId="{2FE7CA14-81B9-4827-8773-92D8A0D9C640}">
      <dgm:prSet/>
      <dgm:spPr/>
      <dgm:t>
        <a:bodyPr/>
        <a:lstStyle/>
        <a:p>
          <a:r>
            <a:rPr lang="en-US"/>
            <a:t>Facial emotion detection using CNN</a:t>
          </a:r>
        </a:p>
      </dgm:t>
    </dgm:pt>
    <dgm:pt modelId="{170607D8-F191-48D4-AF39-71621963B86B}" type="parTrans" cxnId="{A8A2F103-3434-4160-B261-DB1FF7314361}">
      <dgm:prSet/>
      <dgm:spPr/>
      <dgm:t>
        <a:bodyPr/>
        <a:lstStyle/>
        <a:p>
          <a:endParaRPr lang="en-US"/>
        </a:p>
      </dgm:t>
    </dgm:pt>
    <dgm:pt modelId="{4CF259E0-B5B3-468E-BE7D-CDE95FE7A55C}" type="sibTrans" cxnId="{A8A2F103-3434-4160-B261-DB1FF7314361}">
      <dgm:prSet/>
      <dgm:spPr/>
      <dgm:t>
        <a:bodyPr/>
        <a:lstStyle/>
        <a:p>
          <a:endParaRPr lang="en-US"/>
        </a:p>
      </dgm:t>
    </dgm:pt>
    <dgm:pt modelId="{C9CE09AA-3468-43A1-97D8-07480A8A28B4}">
      <dgm:prSet/>
      <dgm:spPr/>
      <dgm:t>
        <a:bodyPr/>
        <a:lstStyle/>
        <a:p>
          <a:r>
            <a:rPr lang="en-US"/>
            <a:t>Speech recognition and analysis</a:t>
          </a:r>
        </a:p>
      </dgm:t>
    </dgm:pt>
    <dgm:pt modelId="{AA25E847-FB1F-4D84-A8CC-DBB588677D81}" type="parTrans" cxnId="{E59AB3D1-3841-4E53-B5A3-5499E66C7DE0}">
      <dgm:prSet/>
      <dgm:spPr/>
      <dgm:t>
        <a:bodyPr/>
        <a:lstStyle/>
        <a:p>
          <a:endParaRPr lang="en-US"/>
        </a:p>
      </dgm:t>
    </dgm:pt>
    <dgm:pt modelId="{8027BB9B-5DB9-4A83-B792-FD87D21A2678}" type="sibTrans" cxnId="{E59AB3D1-3841-4E53-B5A3-5499E66C7DE0}">
      <dgm:prSet/>
      <dgm:spPr/>
      <dgm:t>
        <a:bodyPr/>
        <a:lstStyle/>
        <a:p>
          <a:endParaRPr lang="en-US"/>
        </a:p>
      </dgm:t>
    </dgm:pt>
    <dgm:pt modelId="{89F5BF20-0D00-47C9-998B-9D6DB3247CCB}">
      <dgm:prSet/>
      <dgm:spPr/>
      <dgm:t>
        <a:bodyPr/>
        <a:lstStyle/>
        <a:p>
          <a:r>
            <a:rPr lang="en-US"/>
            <a:t>Natural Language Processing for response evaluation</a:t>
          </a:r>
        </a:p>
      </dgm:t>
    </dgm:pt>
    <dgm:pt modelId="{6D6E2CBD-310F-4DC7-AC3C-E1AE360AF3C4}" type="parTrans" cxnId="{4C0CA088-8A66-49D8-B7CB-563751756188}">
      <dgm:prSet/>
      <dgm:spPr/>
      <dgm:t>
        <a:bodyPr/>
        <a:lstStyle/>
        <a:p>
          <a:endParaRPr lang="en-US"/>
        </a:p>
      </dgm:t>
    </dgm:pt>
    <dgm:pt modelId="{990E77C4-EC09-4BF2-AB99-ADA8D23D4E47}" type="sibTrans" cxnId="{4C0CA088-8A66-49D8-B7CB-563751756188}">
      <dgm:prSet/>
      <dgm:spPr/>
      <dgm:t>
        <a:bodyPr/>
        <a:lstStyle/>
        <a:p>
          <a:endParaRPr lang="en-US"/>
        </a:p>
      </dgm:t>
    </dgm:pt>
    <dgm:pt modelId="{E571F840-43B9-4A19-B899-FDFBD09D123F}">
      <dgm:prSet/>
      <dgm:spPr/>
      <dgm:t>
        <a:bodyPr/>
        <a:lstStyle/>
        <a:p>
          <a:r>
            <a:rPr lang="en-US"/>
            <a:t>Dashboard showing interview performance metrics</a:t>
          </a:r>
        </a:p>
      </dgm:t>
    </dgm:pt>
    <dgm:pt modelId="{1904DA7B-C88E-4BA9-84DF-C763B62E02D9}" type="parTrans" cxnId="{7E9A4805-8BB9-4764-9D5A-D13183DF947C}">
      <dgm:prSet/>
      <dgm:spPr/>
      <dgm:t>
        <a:bodyPr/>
        <a:lstStyle/>
        <a:p>
          <a:endParaRPr lang="en-US"/>
        </a:p>
      </dgm:t>
    </dgm:pt>
    <dgm:pt modelId="{A8B0A14D-A733-46BE-8E9E-B01F6CA51917}" type="sibTrans" cxnId="{7E9A4805-8BB9-4764-9D5A-D13183DF947C}">
      <dgm:prSet/>
      <dgm:spPr/>
      <dgm:t>
        <a:bodyPr/>
        <a:lstStyle/>
        <a:p>
          <a:endParaRPr lang="en-US"/>
        </a:p>
      </dgm:t>
    </dgm:pt>
    <dgm:pt modelId="{5823BB23-62AB-49BE-9136-6E6D17975759}" type="pres">
      <dgm:prSet presAssocID="{1AB6D807-B042-4094-B45D-CCEDEF3A57EA}" presName="root" presStyleCnt="0">
        <dgm:presLayoutVars>
          <dgm:dir/>
          <dgm:resizeHandles val="exact"/>
        </dgm:presLayoutVars>
      </dgm:prSet>
      <dgm:spPr/>
    </dgm:pt>
    <dgm:pt modelId="{164AE31B-C3E3-46BA-9B16-D99C2D0C1E35}" type="pres">
      <dgm:prSet presAssocID="{1AB6D807-B042-4094-B45D-CCEDEF3A57EA}" presName="container" presStyleCnt="0">
        <dgm:presLayoutVars>
          <dgm:dir/>
          <dgm:resizeHandles val="exact"/>
        </dgm:presLayoutVars>
      </dgm:prSet>
      <dgm:spPr/>
    </dgm:pt>
    <dgm:pt modelId="{4A0AB93F-5720-47BE-8987-DE7E1D1AB560}" type="pres">
      <dgm:prSet presAssocID="{6C6DD68C-BBEC-4A8F-9E46-F9BE6E2468FD}" presName="compNode" presStyleCnt="0"/>
      <dgm:spPr/>
    </dgm:pt>
    <dgm:pt modelId="{97518854-3C1E-4A79-A4EB-DAC883EDC95D}" type="pres">
      <dgm:prSet presAssocID="{6C6DD68C-BBEC-4A8F-9E46-F9BE6E2468FD}" presName="iconBgRect" presStyleLbl="bgShp" presStyleIdx="0" presStyleCnt="5"/>
      <dgm:spPr/>
    </dgm:pt>
    <dgm:pt modelId="{EBD0117E-6723-4A5E-9D97-7C94CD61157F}" type="pres">
      <dgm:prSet presAssocID="{6C6DD68C-BBEC-4A8F-9E46-F9BE6E2468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0D7CEB5-CFCE-49A6-B6E5-1EE784B62547}" type="pres">
      <dgm:prSet presAssocID="{6C6DD68C-BBEC-4A8F-9E46-F9BE6E2468FD}" presName="spaceRect" presStyleCnt="0"/>
      <dgm:spPr/>
    </dgm:pt>
    <dgm:pt modelId="{478AEEC7-0ADF-4718-A491-842BCAF97BB4}" type="pres">
      <dgm:prSet presAssocID="{6C6DD68C-BBEC-4A8F-9E46-F9BE6E2468FD}" presName="textRect" presStyleLbl="revTx" presStyleIdx="0" presStyleCnt="5">
        <dgm:presLayoutVars>
          <dgm:chMax val="1"/>
          <dgm:chPref val="1"/>
        </dgm:presLayoutVars>
      </dgm:prSet>
      <dgm:spPr/>
    </dgm:pt>
    <dgm:pt modelId="{D9A1576A-EA94-42F8-A10F-FE28B3D4ED55}" type="pres">
      <dgm:prSet presAssocID="{FD7BA636-A1E0-42C7-B35B-8359FDD5C75A}" presName="sibTrans" presStyleLbl="sibTrans2D1" presStyleIdx="0" presStyleCnt="0"/>
      <dgm:spPr/>
    </dgm:pt>
    <dgm:pt modelId="{C3A8D76D-6F0B-489C-93F7-48CC04698219}" type="pres">
      <dgm:prSet presAssocID="{2FE7CA14-81B9-4827-8773-92D8A0D9C640}" presName="compNode" presStyleCnt="0"/>
      <dgm:spPr/>
    </dgm:pt>
    <dgm:pt modelId="{CB2DE15D-42CC-4EC4-BC90-BE11BDD6B2C5}" type="pres">
      <dgm:prSet presAssocID="{2FE7CA14-81B9-4827-8773-92D8A0D9C640}" presName="iconBgRect" presStyleLbl="bgShp" presStyleIdx="1" presStyleCnt="5"/>
      <dgm:spPr/>
    </dgm:pt>
    <dgm:pt modelId="{F55E8F55-F486-4677-920F-DD17BBA2D86A}" type="pres">
      <dgm:prSet presAssocID="{2FE7CA14-81B9-4827-8773-92D8A0D9C64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163C085C-D993-48CB-BDFA-DEF7B43B44BD}" type="pres">
      <dgm:prSet presAssocID="{2FE7CA14-81B9-4827-8773-92D8A0D9C640}" presName="spaceRect" presStyleCnt="0"/>
      <dgm:spPr/>
    </dgm:pt>
    <dgm:pt modelId="{4F3E56A8-F584-4252-9BE9-CA0087007E28}" type="pres">
      <dgm:prSet presAssocID="{2FE7CA14-81B9-4827-8773-92D8A0D9C640}" presName="textRect" presStyleLbl="revTx" presStyleIdx="1" presStyleCnt="5">
        <dgm:presLayoutVars>
          <dgm:chMax val="1"/>
          <dgm:chPref val="1"/>
        </dgm:presLayoutVars>
      </dgm:prSet>
      <dgm:spPr/>
    </dgm:pt>
    <dgm:pt modelId="{82C26784-A88F-42FC-8923-231DC89B42E2}" type="pres">
      <dgm:prSet presAssocID="{4CF259E0-B5B3-468E-BE7D-CDE95FE7A55C}" presName="sibTrans" presStyleLbl="sibTrans2D1" presStyleIdx="0" presStyleCnt="0"/>
      <dgm:spPr/>
    </dgm:pt>
    <dgm:pt modelId="{F2663B6A-5C64-4001-BBC1-61257E2A147B}" type="pres">
      <dgm:prSet presAssocID="{C9CE09AA-3468-43A1-97D8-07480A8A28B4}" presName="compNode" presStyleCnt="0"/>
      <dgm:spPr/>
    </dgm:pt>
    <dgm:pt modelId="{2D3A4403-0979-460E-BD1D-D192DCCB3C01}" type="pres">
      <dgm:prSet presAssocID="{C9CE09AA-3468-43A1-97D8-07480A8A28B4}" presName="iconBgRect" presStyleLbl="bgShp" presStyleIdx="2" presStyleCnt="5"/>
      <dgm:spPr/>
    </dgm:pt>
    <dgm:pt modelId="{96D0E882-8512-4282-ACA8-91DE99EA87C3}" type="pres">
      <dgm:prSet presAssocID="{C9CE09AA-3468-43A1-97D8-07480A8A28B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D316E2CE-67A1-48EE-80A1-9763DFE8C960}" type="pres">
      <dgm:prSet presAssocID="{C9CE09AA-3468-43A1-97D8-07480A8A28B4}" presName="spaceRect" presStyleCnt="0"/>
      <dgm:spPr/>
    </dgm:pt>
    <dgm:pt modelId="{8C75DA90-D447-45A1-836C-F3F545CA2C44}" type="pres">
      <dgm:prSet presAssocID="{C9CE09AA-3468-43A1-97D8-07480A8A28B4}" presName="textRect" presStyleLbl="revTx" presStyleIdx="2" presStyleCnt="5">
        <dgm:presLayoutVars>
          <dgm:chMax val="1"/>
          <dgm:chPref val="1"/>
        </dgm:presLayoutVars>
      </dgm:prSet>
      <dgm:spPr/>
    </dgm:pt>
    <dgm:pt modelId="{31ED55E9-3879-43F4-8FC4-6AAB21812CBD}" type="pres">
      <dgm:prSet presAssocID="{8027BB9B-5DB9-4A83-B792-FD87D21A2678}" presName="sibTrans" presStyleLbl="sibTrans2D1" presStyleIdx="0" presStyleCnt="0"/>
      <dgm:spPr/>
    </dgm:pt>
    <dgm:pt modelId="{D6CA9AE1-1908-4DE2-A514-67790EC72C0C}" type="pres">
      <dgm:prSet presAssocID="{89F5BF20-0D00-47C9-998B-9D6DB3247CCB}" presName="compNode" presStyleCnt="0"/>
      <dgm:spPr/>
    </dgm:pt>
    <dgm:pt modelId="{41BFC1FE-BD3D-4351-9E3C-C8AC21BB3429}" type="pres">
      <dgm:prSet presAssocID="{89F5BF20-0D00-47C9-998B-9D6DB3247CCB}" presName="iconBgRect" presStyleLbl="bgShp" presStyleIdx="3" presStyleCnt="5"/>
      <dgm:spPr/>
    </dgm:pt>
    <dgm:pt modelId="{811D25E6-7196-48E6-AAA8-62BB6ED9227F}" type="pres">
      <dgm:prSet presAssocID="{89F5BF20-0D00-47C9-998B-9D6DB3247CC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65D0236C-9CBA-4BF7-A715-6BA0D974A753}" type="pres">
      <dgm:prSet presAssocID="{89F5BF20-0D00-47C9-998B-9D6DB3247CCB}" presName="spaceRect" presStyleCnt="0"/>
      <dgm:spPr/>
    </dgm:pt>
    <dgm:pt modelId="{AC59AF4B-E79E-4384-B3C9-32E94CADED6A}" type="pres">
      <dgm:prSet presAssocID="{89F5BF20-0D00-47C9-998B-9D6DB3247CCB}" presName="textRect" presStyleLbl="revTx" presStyleIdx="3" presStyleCnt="5">
        <dgm:presLayoutVars>
          <dgm:chMax val="1"/>
          <dgm:chPref val="1"/>
        </dgm:presLayoutVars>
      </dgm:prSet>
      <dgm:spPr/>
    </dgm:pt>
    <dgm:pt modelId="{08CDFF16-F746-4696-8A96-C286A3DCC36D}" type="pres">
      <dgm:prSet presAssocID="{990E77C4-EC09-4BF2-AB99-ADA8D23D4E47}" presName="sibTrans" presStyleLbl="sibTrans2D1" presStyleIdx="0" presStyleCnt="0"/>
      <dgm:spPr/>
    </dgm:pt>
    <dgm:pt modelId="{416040FF-3226-4349-95C8-647F69527F9D}" type="pres">
      <dgm:prSet presAssocID="{E571F840-43B9-4A19-B899-FDFBD09D123F}" presName="compNode" presStyleCnt="0"/>
      <dgm:spPr/>
    </dgm:pt>
    <dgm:pt modelId="{59174ED9-E1FD-441C-A1A4-9400D079DB95}" type="pres">
      <dgm:prSet presAssocID="{E571F840-43B9-4A19-B899-FDFBD09D123F}" presName="iconBgRect" presStyleLbl="bgShp" presStyleIdx="4" presStyleCnt="5"/>
      <dgm:spPr/>
    </dgm:pt>
    <dgm:pt modelId="{8CA7EDDC-61E2-4E34-8E61-AD0F0659AB61}" type="pres">
      <dgm:prSet presAssocID="{E571F840-43B9-4A19-B899-FDFBD09D123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699D38E-6265-4C63-9AF8-583F375078DA}" type="pres">
      <dgm:prSet presAssocID="{E571F840-43B9-4A19-B899-FDFBD09D123F}" presName="spaceRect" presStyleCnt="0"/>
      <dgm:spPr/>
    </dgm:pt>
    <dgm:pt modelId="{A8E99516-51BD-4F06-813A-221DBBEB6726}" type="pres">
      <dgm:prSet presAssocID="{E571F840-43B9-4A19-B899-FDFBD09D123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8A2F103-3434-4160-B261-DB1FF7314361}" srcId="{1AB6D807-B042-4094-B45D-CCEDEF3A57EA}" destId="{2FE7CA14-81B9-4827-8773-92D8A0D9C640}" srcOrd="1" destOrd="0" parTransId="{170607D8-F191-48D4-AF39-71621963B86B}" sibTransId="{4CF259E0-B5B3-468E-BE7D-CDE95FE7A55C}"/>
    <dgm:cxn modelId="{7E9A4805-8BB9-4764-9D5A-D13183DF947C}" srcId="{1AB6D807-B042-4094-B45D-CCEDEF3A57EA}" destId="{E571F840-43B9-4A19-B899-FDFBD09D123F}" srcOrd="4" destOrd="0" parTransId="{1904DA7B-C88E-4BA9-84DF-C763B62E02D9}" sibTransId="{A8B0A14D-A733-46BE-8E9E-B01F6CA51917}"/>
    <dgm:cxn modelId="{6D9ED638-0303-4699-BE5F-549B1D598AA1}" type="presOf" srcId="{2FE7CA14-81B9-4827-8773-92D8A0D9C640}" destId="{4F3E56A8-F584-4252-9BE9-CA0087007E28}" srcOrd="0" destOrd="0" presId="urn:microsoft.com/office/officeart/2018/2/layout/IconCircleList"/>
    <dgm:cxn modelId="{60CCC45C-214E-417F-B64A-03721A104604}" type="presOf" srcId="{1AB6D807-B042-4094-B45D-CCEDEF3A57EA}" destId="{5823BB23-62AB-49BE-9136-6E6D17975759}" srcOrd="0" destOrd="0" presId="urn:microsoft.com/office/officeart/2018/2/layout/IconCircleList"/>
    <dgm:cxn modelId="{FF8EAD5E-D40E-4DDC-91BA-083B342AC2EE}" type="presOf" srcId="{4CF259E0-B5B3-468E-BE7D-CDE95FE7A55C}" destId="{82C26784-A88F-42FC-8923-231DC89B42E2}" srcOrd="0" destOrd="0" presId="urn:microsoft.com/office/officeart/2018/2/layout/IconCircleList"/>
    <dgm:cxn modelId="{8888616A-9D78-4B49-9BA3-0450CC6B2BE6}" type="presOf" srcId="{E571F840-43B9-4A19-B899-FDFBD09D123F}" destId="{A8E99516-51BD-4F06-813A-221DBBEB6726}" srcOrd="0" destOrd="0" presId="urn:microsoft.com/office/officeart/2018/2/layout/IconCircleList"/>
    <dgm:cxn modelId="{0B879E70-1BD7-47AA-85E7-D5B1C283D173}" type="presOf" srcId="{C9CE09AA-3468-43A1-97D8-07480A8A28B4}" destId="{8C75DA90-D447-45A1-836C-F3F545CA2C44}" srcOrd="0" destOrd="0" presId="urn:microsoft.com/office/officeart/2018/2/layout/IconCircleList"/>
    <dgm:cxn modelId="{5034DD77-B3BD-4F38-B655-D8F22D670348}" type="presOf" srcId="{990E77C4-EC09-4BF2-AB99-ADA8D23D4E47}" destId="{08CDFF16-F746-4696-8A96-C286A3DCC36D}" srcOrd="0" destOrd="0" presId="urn:microsoft.com/office/officeart/2018/2/layout/IconCircleList"/>
    <dgm:cxn modelId="{F3B2C083-157E-41E2-980B-55D536443776}" type="presOf" srcId="{89F5BF20-0D00-47C9-998B-9D6DB3247CCB}" destId="{AC59AF4B-E79E-4384-B3C9-32E94CADED6A}" srcOrd="0" destOrd="0" presId="urn:microsoft.com/office/officeart/2018/2/layout/IconCircleList"/>
    <dgm:cxn modelId="{4C0CA088-8A66-49D8-B7CB-563751756188}" srcId="{1AB6D807-B042-4094-B45D-CCEDEF3A57EA}" destId="{89F5BF20-0D00-47C9-998B-9D6DB3247CCB}" srcOrd="3" destOrd="0" parTransId="{6D6E2CBD-310F-4DC7-AC3C-E1AE360AF3C4}" sibTransId="{990E77C4-EC09-4BF2-AB99-ADA8D23D4E47}"/>
    <dgm:cxn modelId="{0DD36A92-CB89-4BB0-803B-7DA74607C603}" srcId="{1AB6D807-B042-4094-B45D-CCEDEF3A57EA}" destId="{6C6DD68C-BBEC-4A8F-9E46-F9BE6E2468FD}" srcOrd="0" destOrd="0" parTransId="{75DAA962-F58D-47F8-AF7A-4A1192EF22F9}" sibTransId="{FD7BA636-A1E0-42C7-B35B-8359FDD5C75A}"/>
    <dgm:cxn modelId="{45A7809C-CDE8-4385-8B40-67DA28DFDA1C}" type="presOf" srcId="{8027BB9B-5DB9-4A83-B792-FD87D21A2678}" destId="{31ED55E9-3879-43F4-8FC4-6AAB21812CBD}" srcOrd="0" destOrd="0" presId="urn:microsoft.com/office/officeart/2018/2/layout/IconCircleList"/>
    <dgm:cxn modelId="{2AEE19CC-8065-401B-96C4-CE957AE2720C}" type="presOf" srcId="{FD7BA636-A1E0-42C7-B35B-8359FDD5C75A}" destId="{D9A1576A-EA94-42F8-A10F-FE28B3D4ED55}" srcOrd="0" destOrd="0" presId="urn:microsoft.com/office/officeart/2018/2/layout/IconCircleList"/>
    <dgm:cxn modelId="{E59AB3D1-3841-4E53-B5A3-5499E66C7DE0}" srcId="{1AB6D807-B042-4094-B45D-CCEDEF3A57EA}" destId="{C9CE09AA-3468-43A1-97D8-07480A8A28B4}" srcOrd="2" destOrd="0" parTransId="{AA25E847-FB1F-4D84-A8CC-DBB588677D81}" sibTransId="{8027BB9B-5DB9-4A83-B792-FD87D21A2678}"/>
    <dgm:cxn modelId="{9447A4EC-15EF-49F8-B2BC-5662CD3C9555}" type="presOf" srcId="{6C6DD68C-BBEC-4A8F-9E46-F9BE6E2468FD}" destId="{478AEEC7-0ADF-4718-A491-842BCAF97BB4}" srcOrd="0" destOrd="0" presId="urn:microsoft.com/office/officeart/2018/2/layout/IconCircleList"/>
    <dgm:cxn modelId="{41B2B58F-6C4C-4859-9E0E-905211A70FD4}" type="presParOf" srcId="{5823BB23-62AB-49BE-9136-6E6D17975759}" destId="{164AE31B-C3E3-46BA-9B16-D99C2D0C1E35}" srcOrd="0" destOrd="0" presId="urn:microsoft.com/office/officeart/2018/2/layout/IconCircleList"/>
    <dgm:cxn modelId="{3A6FCA0F-BD02-4340-B0AD-EC62B6F5EBDD}" type="presParOf" srcId="{164AE31B-C3E3-46BA-9B16-D99C2D0C1E35}" destId="{4A0AB93F-5720-47BE-8987-DE7E1D1AB560}" srcOrd="0" destOrd="0" presId="urn:microsoft.com/office/officeart/2018/2/layout/IconCircleList"/>
    <dgm:cxn modelId="{FB398537-4560-45E2-9B81-E8D4F4839C46}" type="presParOf" srcId="{4A0AB93F-5720-47BE-8987-DE7E1D1AB560}" destId="{97518854-3C1E-4A79-A4EB-DAC883EDC95D}" srcOrd="0" destOrd="0" presId="urn:microsoft.com/office/officeart/2018/2/layout/IconCircleList"/>
    <dgm:cxn modelId="{C185BE20-BD14-497D-9766-F7FCC58876D9}" type="presParOf" srcId="{4A0AB93F-5720-47BE-8987-DE7E1D1AB560}" destId="{EBD0117E-6723-4A5E-9D97-7C94CD61157F}" srcOrd="1" destOrd="0" presId="urn:microsoft.com/office/officeart/2018/2/layout/IconCircleList"/>
    <dgm:cxn modelId="{9408F096-AC3F-47C0-BC65-55A85D39A870}" type="presParOf" srcId="{4A0AB93F-5720-47BE-8987-DE7E1D1AB560}" destId="{30D7CEB5-CFCE-49A6-B6E5-1EE784B62547}" srcOrd="2" destOrd="0" presId="urn:microsoft.com/office/officeart/2018/2/layout/IconCircleList"/>
    <dgm:cxn modelId="{D0C45ABC-CE3A-4360-9BB4-54722D822A88}" type="presParOf" srcId="{4A0AB93F-5720-47BE-8987-DE7E1D1AB560}" destId="{478AEEC7-0ADF-4718-A491-842BCAF97BB4}" srcOrd="3" destOrd="0" presId="urn:microsoft.com/office/officeart/2018/2/layout/IconCircleList"/>
    <dgm:cxn modelId="{1D77AC95-69B3-469E-8900-D85A7AEC4E0B}" type="presParOf" srcId="{164AE31B-C3E3-46BA-9B16-D99C2D0C1E35}" destId="{D9A1576A-EA94-42F8-A10F-FE28B3D4ED55}" srcOrd="1" destOrd="0" presId="urn:microsoft.com/office/officeart/2018/2/layout/IconCircleList"/>
    <dgm:cxn modelId="{3D052F59-C973-43EC-A114-74623BDD74E0}" type="presParOf" srcId="{164AE31B-C3E3-46BA-9B16-D99C2D0C1E35}" destId="{C3A8D76D-6F0B-489C-93F7-48CC04698219}" srcOrd="2" destOrd="0" presId="urn:microsoft.com/office/officeart/2018/2/layout/IconCircleList"/>
    <dgm:cxn modelId="{DEC7C279-A7BA-4E4D-97C0-A2F446DBEB7A}" type="presParOf" srcId="{C3A8D76D-6F0B-489C-93F7-48CC04698219}" destId="{CB2DE15D-42CC-4EC4-BC90-BE11BDD6B2C5}" srcOrd="0" destOrd="0" presId="urn:microsoft.com/office/officeart/2018/2/layout/IconCircleList"/>
    <dgm:cxn modelId="{614FDF55-5352-4473-8224-27B481D1A184}" type="presParOf" srcId="{C3A8D76D-6F0B-489C-93F7-48CC04698219}" destId="{F55E8F55-F486-4677-920F-DD17BBA2D86A}" srcOrd="1" destOrd="0" presId="urn:microsoft.com/office/officeart/2018/2/layout/IconCircleList"/>
    <dgm:cxn modelId="{9EFDE122-7405-4BBE-836A-6410488C5BE0}" type="presParOf" srcId="{C3A8D76D-6F0B-489C-93F7-48CC04698219}" destId="{163C085C-D993-48CB-BDFA-DEF7B43B44BD}" srcOrd="2" destOrd="0" presId="urn:microsoft.com/office/officeart/2018/2/layout/IconCircleList"/>
    <dgm:cxn modelId="{25616535-8DED-42FF-AC58-4C282CE7391A}" type="presParOf" srcId="{C3A8D76D-6F0B-489C-93F7-48CC04698219}" destId="{4F3E56A8-F584-4252-9BE9-CA0087007E28}" srcOrd="3" destOrd="0" presId="urn:microsoft.com/office/officeart/2018/2/layout/IconCircleList"/>
    <dgm:cxn modelId="{B853EBB2-57F4-46E0-990B-85FD335CC4EC}" type="presParOf" srcId="{164AE31B-C3E3-46BA-9B16-D99C2D0C1E35}" destId="{82C26784-A88F-42FC-8923-231DC89B42E2}" srcOrd="3" destOrd="0" presId="urn:microsoft.com/office/officeart/2018/2/layout/IconCircleList"/>
    <dgm:cxn modelId="{0DEDD3C0-1593-462E-9316-7A4FAD317973}" type="presParOf" srcId="{164AE31B-C3E3-46BA-9B16-D99C2D0C1E35}" destId="{F2663B6A-5C64-4001-BBC1-61257E2A147B}" srcOrd="4" destOrd="0" presId="urn:microsoft.com/office/officeart/2018/2/layout/IconCircleList"/>
    <dgm:cxn modelId="{64CD8E51-89AA-4DD5-AD11-5576F7869CD6}" type="presParOf" srcId="{F2663B6A-5C64-4001-BBC1-61257E2A147B}" destId="{2D3A4403-0979-460E-BD1D-D192DCCB3C01}" srcOrd="0" destOrd="0" presId="urn:microsoft.com/office/officeart/2018/2/layout/IconCircleList"/>
    <dgm:cxn modelId="{183CA5AF-701B-43BD-96C9-B401DC3361D1}" type="presParOf" srcId="{F2663B6A-5C64-4001-BBC1-61257E2A147B}" destId="{96D0E882-8512-4282-ACA8-91DE99EA87C3}" srcOrd="1" destOrd="0" presId="urn:microsoft.com/office/officeart/2018/2/layout/IconCircleList"/>
    <dgm:cxn modelId="{7949666C-229B-49EF-82AC-B31B27129973}" type="presParOf" srcId="{F2663B6A-5C64-4001-BBC1-61257E2A147B}" destId="{D316E2CE-67A1-48EE-80A1-9763DFE8C960}" srcOrd="2" destOrd="0" presId="urn:microsoft.com/office/officeart/2018/2/layout/IconCircleList"/>
    <dgm:cxn modelId="{BD35D5E3-87BD-4452-8F6D-7D697D6CE0F3}" type="presParOf" srcId="{F2663B6A-5C64-4001-BBC1-61257E2A147B}" destId="{8C75DA90-D447-45A1-836C-F3F545CA2C44}" srcOrd="3" destOrd="0" presId="urn:microsoft.com/office/officeart/2018/2/layout/IconCircleList"/>
    <dgm:cxn modelId="{51B73362-2EDD-4D0C-8881-9373BC78792F}" type="presParOf" srcId="{164AE31B-C3E3-46BA-9B16-D99C2D0C1E35}" destId="{31ED55E9-3879-43F4-8FC4-6AAB21812CBD}" srcOrd="5" destOrd="0" presId="urn:microsoft.com/office/officeart/2018/2/layout/IconCircleList"/>
    <dgm:cxn modelId="{FCDC2E60-6666-4734-8335-56C0134C2A73}" type="presParOf" srcId="{164AE31B-C3E3-46BA-9B16-D99C2D0C1E35}" destId="{D6CA9AE1-1908-4DE2-A514-67790EC72C0C}" srcOrd="6" destOrd="0" presId="urn:microsoft.com/office/officeart/2018/2/layout/IconCircleList"/>
    <dgm:cxn modelId="{66C135C9-183A-4E4D-9CE9-CEECEF812BE8}" type="presParOf" srcId="{D6CA9AE1-1908-4DE2-A514-67790EC72C0C}" destId="{41BFC1FE-BD3D-4351-9E3C-C8AC21BB3429}" srcOrd="0" destOrd="0" presId="urn:microsoft.com/office/officeart/2018/2/layout/IconCircleList"/>
    <dgm:cxn modelId="{42064B06-FB96-4448-8F96-FE402F38FC62}" type="presParOf" srcId="{D6CA9AE1-1908-4DE2-A514-67790EC72C0C}" destId="{811D25E6-7196-48E6-AAA8-62BB6ED9227F}" srcOrd="1" destOrd="0" presId="urn:microsoft.com/office/officeart/2018/2/layout/IconCircleList"/>
    <dgm:cxn modelId="{FF074CF1-FF87-4464-B241-09A9F671B1BC}" type="presParOf" srcId="{D6CA9AE1-1908-4DE2-A514-67790EC72C0C}" destId="{65D0236C-9CBA-4BF7-A715-6BA0D974A753}" srcOrd="2" destOrd="0" presId="urn:microsoft.com/office/officeart/2018/2/layout/IconCircleList"/>
    <dgm:cxn modelId="{EC8A1C9C-1C0E-4220-95B6-535B6CEF68FD}" type="presParOf" srcId="{D6CA9AE1-1908-4DE2-A514-67790EC72C0C}" destId="{AC59AF4B-E79E-4384-B3C9-32E94CADED6A}" srcOrd="3" destOrd="0" presId="urn:microsoft.com/office/officeart/2018/2/layout/IconCircleList"/>
    <dgm:cxn modelId="{66C1C5E4-DE49-4DC0-AF68-6C84ED1E4ED7}" type="presParOf" srcId="{164AE31B-C3E3-46BA-9B16-D99C2D0C1E35}" destId="{08CDFF16-F746-4696-8A96-C286A3DCC36D}" srcOrd="7" destOrd="0" presId="urn:microsoft.com/office/officeart/2018/2/layout/IconCircleList"/>
    <dgm:cxn modelId="{4D6FBCB9-E71A-424E-BF9B-6CA72F401264}" type="presParOf" srcId="{164AE31B-C3E3-46BA-9B16-D99C2D0C1E35}" destId="{416040FF-3226-4349-95C8-647F69527F9D}" srcOrd="8" destOrd="0" presId="urn:microsoft.com/office/officeart/2018/2/layout/IconCircleList"/>
    <dgm:cxn modelId="{7C03315C-22F4-4A09-9E0B-44F1E1D5AD08}" type="presParOf" srcId="{416040FF-3226-4349-95C8-647F69527F9D}" destId="{59174ED9-E1FD-441C-A1A4-9400D079DB95}" srcOrd="0" destOrd="0" presId="urn:microsoft.com/office/officeart/2018/2/layout/IconCircleList"/>
    <dgm:cxn modelId="{AAA728FD-36E9-4C4D-89C2-BB635D941CE6}" type="presParOf" srcId="{416040FF-3226-4349-95C8-647F69527F9D}" destId="{8CA7EDDC-61E2-4E34-8E61-AD0F0659AB61}" srcOrd="1" destOrd="0" presId="urn:microsoft.com/office/officeart/2018/2/layout/IconCircleList"/>
    <dgm:cxn modelId="{54AB1883-0A08-42BA-8D4D-07DB11C39C00}" type="presParOf" srcId="{416040FF-3226-4349-95C8-647F69527F9D}" destId="{3699D38E-6265-4C63-9AF8-583F375078DA}" srcOrd="2" destOrd="0" presId="urn:microsoft.com/office/officeart/2018/2/layout/IconCircleList"/>
    <dgm:cxn modelId="{6C66F6E9-7666-444F-BC5F-D94040B2C038}" type="presParOf" srcId="{416040FF-3226-4349-95C8-647F69527F9D}" destId="{A8E99516-51BD-4F06-813A-221DBBEB672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83E586-289E-4FB4-9652-4B1D621716D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5BECFC77-85AA-4132-A923-05B5EAD9982A}">
      <dgm:prSet/>
      <dgm:spPr/>
      <dgm:t>
        <a:bodyPr/>
        <a:lstStyle/>
        <a:p>
          <a:pPr>
            <a:defRPr cap="all"/>
          </a:pPr>
          <a:r>
            <a:rPr lang="en-US" baseline="0"/>
            <a:t>Interview Question Module</a:t>
          </a:r>
          <a:endParaRPr lang="en-US"/>
        </a:p>
      </dgm:t>
    </dgm:pt>
    <dgm:pt modelId="{8004CDE6-0C87-4418-9AB3-905190B0E755}" type="parTrans" cxnId="{1A3818D6-75FF-4875-8E89-299CA0DF5475}">
      <dgm:prSet/>
      <dgm:spPr/>
      <dgm:t>
        <a:bodyPr/>
        <a:lstStyle/>
        <a:p>
          <a:endParaRPr lang="en-US"/>
        </a:p>
      </dgm:t>
    </dgm:pt>
    <dgm:pt modelId="{BA01B1EE-51A0-46E7-A59B-B0F67C77F2E3}" type="sibTrans" cxnId="{1A3818D6-75FF-4875-8E89-299CA0DF5475}">
      <dgm:prSet/>
      <dgm:spPr/>
      <dgm:t>
        <a:bodyPr/>
        <a:lstStyle/>
        <a:p>
          <a:endParaRPr lang="en-US"/>
        </a:p>
      </dgm:t>
    </dgm:pt>
    <dgm:pt modelId="{7CB729A1-7436-407F-A7F7-679C4FA52AF0}">
      <dgm:prSet/>
      <dgm:spPr/>
      <dgm:t>
        <a:bodyPr/>
        <a:lstStyle/>
        <a:p>
          <a:pPr>
            <a:defRPr cap="all"/>
          </a:pPr>
          <a:r>
            <a:rPr lang="en-US" baseline="0"/>
            <a:t>Video Capture Module</a:t>
          </a:r>
          <a:endParaRPr lang="en-US"/>
        </a:p>
      </dgm:t>
    </dgm:pt>
    <dgm:pt modelId="{30D5342E-D312-48DC-8679-EB295552D2FC}" type="parTrans" cxnId="{9C72C463-7FB5-409A-B72B-7260070C4143}">
      <dgm:prSet/>
      <dgm:spPr/>
      <dgm:t>
        <a:bodyPr/>
        <a:lstStyle/>
        <a:p>
          <a:endParaRPr lang="en-US"/>
        </a:p>
      </dgm:t>
    </dgm:pt>
    <dgm:pt modelId="{AF5F4ADA-327B-406B-ABB5-8094B31B5750}" type="sibTrans" cxnId="{9C72C463-7FB5-409A-B72B-7260070C4143}">
      <dgm:prSet/>
      <dgm:spPr/>
      <dgm:t>
        <a:bodyPr/>
        <a:lstStyle/>
        <a:p>
          <a:endParaRPr lang="en-US"/>
        </a:p>
      </dgm:t>
    </dgm:pt>
    <dgm:pt modelId="{4C60F0A8-1474-43B3-AD3F-AD2750F54421}">
      <dgm:prSet/>
      <dgm:spPr/>
      <dgm:t>
        <a:bodyPr/>
        <a:lstStyle/>
        <a:p>
          <a:pPr>
            <a:defRPr cap="all"/>
          </a:pPr>
          <a:r>
            <a:rPr lang="en-US" baseline="0"/>
            <a:t>Emotion Detection Module</a:t>
          </a:r>
          <a:endParaRPr lang="en-US"/>
        </a:p>
      </dgm:t>
    </dgm:pt>
    <dgm:pt modelId="{5704389B-CED0-497E-8524-9549C0A0F69E}" type="parTrans" cxnId="{ADD994A9-564A-4577-90F5-7E708E83D148}">
      <dgm:prSet/>
      <dgm:spPr/>
      <dgm:t>
        <a:bodyPr/>
        <a:lstStyle/>
        <a:p>
          <a:endParaRPr lang="en-US"/>
        </a:p>
      </dgm:t>
    </dgm:pt>
    <dgm:pt modelId="{4C778E0E-586D-43A8-BA80-C33CA2FF4021}" type="sibTrans" cxnId="{ADD994A9-564A-4577-90F5-7E708E83D148}">
      <dgm:prSet/>
      <dgm:spPr/>
      <dgm:t>
        <a:bodyPr/>
        <a:lstStyle/>
        <a:p>
          <a:endParaRPr lang="en-US"/>
        </a:p>
      </dgm:t>
    </dgm:pt>
    <dgm:pt modelId="{C1152A08-3FBB-49DD-B9E2-E1B84DB9F7B8}">
      <dgm:prSet/>
      <dgm:spPr/>
      <dgm:t>
        <a:bodyPr/>
        <a:lstStyle/>
        <a:p>
          <a:pPr>
            <a:defRPr cap="all"/>
          </a:pPr>
          <a:r>
            <a:rPr lang="en-US" baseline="0"/>
            <a:t>Speech Analysis Module</a:t>
          </a:r>
          <a:endParaRPr lang="en-US"/>
        </a:p>
      </dgm:t>
    </dgm:pt>
    <dgm:pt modelId="{CC2A9C22-02FD-4434-B01C-A665A77CB509}" type="parTrans" cxnId="{F718F75B-3096-4BF0-ADCE-477274F4A219}">
      <dgm:prSet/>
      <dgm:spPr/>
      <dgm:t>
        <a:bodyPr/>
        <a:lstStyle/>
        <a:p>
          <a:endParaRPr lang="en-US"/>
        </a:p>
      </dgm:t>
    </dgm:pt>
    <dgm:pt modelId="{F6822882-1A44-432D-A73C-2FBE20AEFC53}" type="sibTrans" cxnId="{F718F75B-3096-4BF0-ADCE-477274F4A219}">
      <dgm:prSet/>
      <dgm:spPr/>
      <dgm:t>
        <a:bodyPr/>
        <a:lstStyle/>
        <a:p>
          <a:endParaRPr lang="en-US"/>
        </a:p>
      </dgm:t>
    </dgm:pt>
    <dgm:pt modelId="{DA65C837-C89F-4427-8CBB-95B5590FCADF}">
      <dgm:prSet/>
      <dgm:spPr/>
      <dgm:t>
        <a:bodyPr/>
        <a:lstStyle/>
        <a:p>
          <a:pPr>
            <a:defRPr cap="all"/>
          </a:pPr>
          <a:r>
            <a:rPr lang="en-US" baseline="0"/>
            <a:t>Natural Language Processing Module</a:t>
          </a:r>
          <a:endParaRPr lang="en-US"/>
        </a:p>
      </dgm:t>
    </dgm:pt>
    <dgm:pt modelId="{7539C68E-00D5-4F9B-A178-D58D6950FC6A}" type="parTrans" cxnId="{E943394D-E449-4957-AE55-6CD115D21D6F}">
      <dgm:prSet/>
      <dgm:spPr/>
      <dgm:t>
        <a:bodyPr/>
        <a:lstStyle/>
        <a:p>
          <a:endParaRPr lang="en-US"/>
        </a:p>
      </dgm:t>
    </dgm:pt>
    <dgm:pt modelId="{22CAEA01-3E40-4D53-9770-0DC31F9655D4}" type="sibTrans" cxnId="{E943394D-E449-4957-AE55-6CD115D21D6F}">
      <dgm:prSet/>
      <dgm:spPr/>
      <dgm:t>
        <a:bodyPr/>
        <a:lstStyle/>
        <a:p>
          <a:endParaRPr lang="en-US"/>
        </a:p>
      </dgm:t>
    </dgm:pt>
    <dgm:pt modelId="{5AE5CDBD-6583-452B-A955-D1B8FA555265}">
      <dgm:prSet/>
      <dgm:spPr/>
      <dgm:t>
        <a:bodyPr/>
        <a:lstStyle/>
        <a:p>
          <a:pPr>
            <a:defRPr cap="all"/>
          </a:pPr>
          <a:r>
            <a:rPr lang="en-US" baseline="0"/>
            <a:t>Performance Evaluation Module</a:t>
          </a:r>
          <a:endParaRPr lang="en-US"/>
        </a:p>
      </dgm:t>
    </dgm:pt>
    <dgm:pt modelId="{D48FA556-B00C-4618-99D4-8B38D2E24846}" type="parTrans" cxnId="{5867659E-13C4-45DE-B3B4-4D8A3A736BC3}">
      <dgm:prSet/>
      <dgm:spPr/>
      <dgm:t>
        <a:bodyPr/>
        <a:lstStyle/>
        <a:p>
          <a:endParaRPr lang="en-US"/>
        </a:p>
      </dgm:t>
    </dgm:pt>
    <dgm:pt modelId="{1C0C7CEC-B3E2-4506-AC05-94B61F76C4AC}" type="sibTrans" cxnId="{5867659E-13C4-45DE-B3B4-4D8A3A736BC3}">
      <dgm:prSet/>
      <dgm:spPr/>
      <dgm:t>
        <a:bodyPr/>
        <a:lstStyle/>
        <a:p>
          <a:endParaRPr lang="en-US"/>
        </a:p>
      </dgm:t>
    </dgm:pt>
    <dgm:pt modelId="{0610F1D5-AEAE-4887-B0A9-C7EBE5956EB1}">
      <dgm:prSet/>
      <dgm:spPr/>
      <dgm:t>
        <a:bodyPr/>
        <a:lstStyle/>
        <a:p>
          <a:pPr>
            <a:defRPr cap="all"/>
          </a:pPr>
          <a:r>
            <a:rPr lang="en-US" baseline="0"/>
            <a:t>Dashboard Visualization Module</a:t>
          </a:r>
          <a:endParaRPr lang="en-US"/>
        </a:p>
      </dgm:t>
    </dgm:pt>
    <dgm:pt modelId="{E5CF7613-AC57-49E5-B607-C01B240AC1E7}" type="parTrans" cxnId="{33760D0E-8FCF-48D1-9B8B-CEC786D71A0C}">
      <dgm:prSet/>
      <dgm:spPr/>
      <dgm:t>
        <a:bodyPr/>
        <a:lstStyle/>
        <a:p>
          <a:endParaRPr lang="en-US"/>
        </a:p>
      </dgm:t>
    </dgm:pt>
    <dgm:pt modelId="{153926AE-3342-41DD-8A06-8A6C86069A35}" type="sibTrans" cxnId="{33760D0E-8FCF-48D1-9B8B-CEC786D71A0C}">
      <dgm:prSet/>
      <dgm:spPr/>
      <dgm:t>
        <a:bodyPr/>
        <a:lstStyle/>
        <a:p>
          <a:endParaRPr lang="en-US"/>
        </a:p>
      </dgm:t>
    </dgm:pt>
    <dgm:pt modelId="{C34DD925-078E-4CB7-9AC2-7C0360134921}" type="pres">
      <dgm:prSet presAssocID="{DD83E586-289E-4FB4-9652-4B1D621716D9}" presName="root" presStyleCnt="0">
        <dgm:presLayoutVars>
          <dgm:dir/>
          <dgm:resizeHandles val="exact"/>
        </dgm:presLayoutVars>
      </dgm:prSet>
      <dgm:spPr/>
    </dgm:pt>
    <dgm:pt modelId="{6FC3EDAF-D676-4560-A6F1-953DD40E542B}" type="pres">
      <dgm:prSet presAssocID="{5BECFC77-85AA-4132-A923-05B5EAD9982A}" presName="compNode" presStyleCnt="0"/>
      <dgm:spPr/>
    </dgm:pt>
    <dgm:pt modelId="{D9630825-B7C4-4092-8547-318D51BF7041}" type="pres">
      <dgm:prSet presAssocID="{5BECFC77-85AA-4132-A923-05B5EAD9982A}" presName="iconBgRect" presStyleLbl="bgShp" presStyleIdx="0" presStyleCnt="7"/>
      <dgm:spPr/>
    </dgm:pt>
    <dgm:pt modelId="{A319421B-E284-4309-9D0D-5FCBC5C39AD2}" type="pres">
      <dgm:prSet presAssocID="{5BECFC77-85AA-4132-A923-05B5EAD9982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CD39C922-5D8A-4F44-ADC4-04884EF3FD44}" type="pres">
      <dgm:prSet presAssocID="{5BECFC77-85AA-4132-A923-05B5EAD9982A}" presName="spaceRect" presStyleCnt="0"/>
      <dgm:spPr/>
    </dgm:pt>
    <dgm:pt modelId="{532E3E25-820C-49A1-B1F2-E2E1EB8275B4}" type="pres">
      <dgm:prSet presAssocID="{5BECFC77-85AA-4132-A923-05B5EAD9982A}" presName="textRect" presStyleLbl="revTx" presStyleIdx="0" presStyleCnt="7">
        <dgm:presLayoutVars>
          <dgm:chMax val="1"/>
          <dgm:chPref val="1"/>
        </dgm:presLayoutVars>
      </dgm:prSet>
      <dgm:spPr/>
    </dgm:pt>
    <dgm:pt modelId="{8904EFA1-75F4-421A-9EDF-0365825B981D}" type="pres">
      <dgm:prSet presAssocID="{BA01B1EE-51A0-46E7-A59B-B0F67C77F2E3}" presName="sibTrans" presStyleCnt="0"/>
      <dgm:spPr/>
    </dgm:pt>
    <dgm:pt modelId="{1C1ADB08-4455-4A94-9662-26B4022ED9ED}" type="pres">
      <dgm:prSet presAssocID="{7CB729A1-7436-407F-A7F7-679C4FA52AF0}" presName="compNode" presStyleCnt="0"/>
      <dgm:spPr/>
    </dgm:pt>
    <dgm:pt modelId="{0758025E-09F5-4AC8-A8F1-2777901EEC75}" type="pres">
      <dgm:prSet presAssocID="{7CB729A1-7436-407F-A7F7-679C4FA52AF0}" presName="iconBgRect" presStyleLbl="bgShp" presStyleIdx="1" presStyleCnt="7"/>
      <dgm:spPr/>
    </dgm:pt>
    <dgm:pt modelId="{903DF45C-6CC6-4C6C-A8F6-C6FEC5EF452B}" type="pres">
      <dgm:prSet presAssocID="{7CB729A1-7436-407F-A7F7-679C4FA52AF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81FD9432-2CF1-4868-8D20-BAE88EEA916B}" type="pres">
      <dgm:prSet presAssocID="{7CB729A1-7436-407F-A7F7-679C4FA52AF0}" presName="spaceRect" presStyleCnt="0"/>
      <dgm:spPr/>
    </dgm:pt>
    <dgm:pt modelId="{16ED9CDB-EC3F-4B6C-813D-7B5011970192}" type="pres">
      <dgm:prSet presAssocID="{7CB729A1-7436-407F-A7F7-679C4FA52AF0}" presName="textRect" presStyleLbl="revTx" presStyleIdx="1" presStyleCnt="7">
        <dgm:presLayoutVars>
          <dgm:chMax val="1"/>
          <dgm:chPref val="1"/>
        </dgm:presLayoutVars>
      </dgm:prSet>
      <dgm:spPr/>
    </dgm:pt>
    <dgm:pt modelId="{E8F3B341-2BE3-4B89-AC37-55880645AA9E}" type="pres">
      <dgm:prSet presAssocID="{AF5F4ADA-327B-406B-ABB5-8094B31B5750}" presName="sibTrans" presStyleCnt="0"/>
      <dgm:spPr/>
    </dgm:pt>
    <dgm:pt modelId="{FB6FF928-35A6-4C7A-ABB7-9F55A749E01B}" type="pres">
      <dgm:prSet presAssocID="{4C60F0A8-1474-43B3-AD3F-AD2750F54421}" presName="compNode" presStyleCnt="0"/>
      <dgm:spPr/>
    </dgm:pt>
    <dgm:pt modelId="{09DB991C-0410-48F5-94FA-D35B1CC47E8E}" type="pres">
      <dgm:prSet presAssocID="{4C60F0A8-1474-43B3-AD3F-AD2750F54421}" presName="iconBgRect" presStyleLbl="bgShp" presStyleIdx="2" presStyleCnt="7"/>
      <dgm:spPr/>
    </dgm:pt>
    <dgm:pt modelId="{0D331BB5-E893-4C03-96DF-2BF9F828C116}" type="pres">
      <dgm:prSet presAssocID="{4C60F0A8-1474-43B3-AD3F-AD2750F5442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33601B0-AC6B-4655-900D-8A07F4F586B7}" type="pres">
      <dgm:prSet presAssocID="{4C60F0A8-1474-43B3-AD3F-AD2750F54421}" presName="spaceRect" presStyleCnt="0"/>
      <dgm:spPr/>
    </dgm:pt>
    <dgm:pt modelId="{D052501C-EAF8-4197-85BA-88C641D63B15}" type="pres">
      <dgm:prSet presAssocID="{4C60F0A8-1474-43B3-AD3F-AD2750F54421}" presName="textRect" presStyleLbl="revTx" presStyleIdx="2" presStyleCnt="7">
        <dgm:presLayoutVars>
          <dgm:chMax val="1"/>
          <dgm:chPref val="1"/>
        </dgm:presLayoutVars>
      </dgm:prSet>
      <dgm:spPr/>
    </dgm:pt>
    <dgm:pt modelId="{947A8A9A-1469-4D8E-B2EA-6DBD684B3D87}" type="pres">
      <dgm:prSet presAssocID="{4C778E0E-586D-43A8-BA80-C33CA2FF4021}" presName="sibTrans" presStyleCnt="0"/>
      <dgm:spPr/>
    </dgm:pt>
    <dgm:pt modelId="{FC989EFC-A896-4A57-9045-ED5FC43FA241}" type="pres">
      <dgm:prSet presAssocID="{C1152A08-3FBB-49DD-B9E2-E1B84DB9F7B8}" presName="compNode" presStyleCnt="0"/>
      <dgm:spPr/>
    </dgm:pt>
    <dgm:pt modelId="{170E715A-7529-41E4-9F4A-759421D908BC}" type="pres">
      <dgm:prSet presAssocID="{C1152A08-3FBB-49DD-B9E2-E1B84DB9F7B8}" presName="iconBgRect" presStyleLbl="bgShp" presStyleIdx="3" presStyleCnt="7"/>
      <dgm:spPr/>
    </dgm:pt>
    <dgm:pt modelId="{95015DC0-529B-43F9-8E50-993061624005}" type="pres">
      <dgm:prSet presAssocID="{C1152A08-3FBB-49DD-B9E2-E1B84DB9F7B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9EC5842C-4F9F-46F9-B3B6-775323D9A832}" type="pres">
      <dgm:prSet presAssocID="{C1152A08-3FBB-49DD-B9E2-E1B84DB9F7B8}" presName="spaceRect" presStyleCnt="0"/>
      <dgm:spPr/>
    </dgm:pt>
    <dgm:pt modelId="{8B2E189D-79A0-4036-A906-58FB80AE3E1D}" type="pres">
      <dgm:prSet presAssocID="{C1152A08-3FBB-49DD-B9E2-E1B84DB9F7B8}" presName="textRect" presStyleLbl="revTx" presStyleIdx="3" presStyleCnt="7">
        <dgm:presLayoutVars>
          <dgm:chMax val="1"/>
          <dgm:chPref val="1"/>
        </dgm:presLayoutVars>
      </dgm:prSet>
      <dgm:spPr/>
    </dgm:pt>
    <dgm:pt modelId="{2D058F71-1270-4006-9334-5301512D1396}" type="pres">
      <dgm:prSet presAssocID="{F6822882-1A44-432D-A73C-2FBE20AEFC53}" presName="sibTrans" presStyleCnt="0"/>
      <dgm:spPr/>
    </dgm:pt>
    <dgm:pt modelId="{528D5855-B7F5-439D-B014-3F6E5661F3FF}" type="pres">
      <dgm:prSet presAssocID="{DA65C837-C89F-4427-8CBB-95B5590FCADF}" presName="compNode" presStyleCnt="0"/>
      <dgm:spPr/>
    </dgm:pt>
    <dgm:pt modelId="{48FC2DBC-2696-41A3-90B9-908B8268E2F4}" type="pres">
      <dgm:prSet presAssocID="{DA65C837-C89F-4427-8CBB-95B5590FCADF}" presName="iconBgRect" presStyleLbl="bgShp" presStyleIdx="4" presStyleCnt="7"/>
      <dgm:spPr/>
    </dgm:pt>
    <dgm:pt modelId="{EB39C756-CBA8-4BB1-858E-8CA47C70048F}" type="pres">
      <dgm:prSet presAssocID="{DA65C837-C89F-4427-8CBB-95B5590FCAD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E5781506-029E-4E87-BC02-6C0DFBD904CB}" type="pres">
      <dgm:prSet presAssocID="{DA65C837-C89F-4427-8CBB-95B5590FCADF}" presName="spaceRect" presStyleCnt="0"/>
      <dgm:spPr/>
    </dgm:pt>
    <dgm:pt modelId="{5715779A-ED0A-403A-8CD9-A09399994A8D}" type="pres">
      <dgm:prSet presAssocID="{DA65C837-C89F-4427-8CBB-95B5590FCADF}" presName="textRect" presStyleLbl="revTx" presStyleIdx="4" presStyleCnt="7">
        <dgm:presLayoutVars>
          <dgm:chMax val="1"/>
          <dgm:chPref val="1"/>
        </dgm:presLayoutVars>
      </dgm:prSet>
      <dgm:spPr/>
    </dgm:pt>
    <dgm:pt modelId="{42785D95-09D0-404E-B635-0DF0D757F338}" type="pres">
      <dgm:prSet presAssocID="{22CAEA01-3E40-4D53-9770-0DC31F9655D4}" presName="sibTrans" presStyleCnt="0"/>
      <dgm:spPr/>
    </dgm:pt>
    <dgm:pt modelId="{6D60E286-A676-45F6-8CD3-170A1933FD79}" type="pres">
      <dgm:prSet presAssocID="{5AE5CDBD-6583-452B-A955-D1B8FA555265}" presName="compNode" presStyleCnt="0"/>
      <dgm:spPr/>
    </dgm:pt>
    <dgm:pt modelId="{67A0E8BB-27AB-4C96-81FC-3B99653519E8}" type="pres">
      <dgm:prSet presAssocID="{5AE5CDBD-6583-452B-A955-D1B8FA555265}" presName="iconBgRect" presStyleLbl="bgShp" presStyleIdx="5" presStyleCnt="7"/>
      <dgm:spPr/>
    </dgm:pt>
    <dgm:pt modelId="{F451DFCA-12D7-48FF-83CD-18A4682AB3C9}" type="pres">
      <dgm:prSet presAssocID="{5AE5CDBD-6583-452B-A955-D1B8FA555265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9AC3289-48A9-48EF-AE88-21E5FBDAC3EB}" type="pres">
      <dgm:prSet presAssocID="{5AE5CDBD-6583-452B-A955-D1B8FA555265}" presName="spaceRect" presStyleCnt="0"/>
      <dgm:spPr/>
    </dgm:pt>
    <dgm:pt modelId="{9E25B679-AF50-47FE-87A4-668EB5C811C2}" type="pres">
      <dgm:prSet presAssocID="{5AE5CDBD-6583-452B-A955-D1B8FA555265}" presName="textRect" presStyleLbl="revTx" presStyleIdx="5" presStyleCnt="7">
        <dgm:presLayoutVars>
          <dgm:chMax val="1"/>
          <dgm:chPref val="1"/>
        </dgm:presLayoutVars>
      </dgm:prSet>
      <dgm:spPr/>
    </dgm:pt>
    <dgm:pt modelId="{932F0B8C-64CF-4BA2-BE82-6E7C5ECFAF95}" type="pres">
      <dgm:prSet presAssocID="{1C0C7CEC-B3E2-4506-AC05-94B61F76C4AC}" presName="sibTrans" presStyleCnt="0"/>
      <dgm:spPr/>
    </dgm:pt>
    <dgm:pt modelId="{5B5D7D41-BC1D-45EF-A215-C02EFD06DD54}" type="pres">
      <dgm:prSet presAssocID="{0610F1D5-AEAE-4887-B0A9-C7EBE5956EB1}" presName="compNode" presStyleCnt="0"/>
      <dgm:spPr/>
    </dgm:pt>
    <dgm:pt modelId="{F1C43B7C-A90F-4573-A7CE-68EFCBDA3F78}" type="pres">
      <dgm:prSet presAssocID="{0610F1D5-AEAE-4887-B0A9-C7EBE5956EB1}" presName="iconBgRect" presStyleLbl="bgShp" presStyleIdx="6" presStyleCnt="7"/>
      <dgm:spPr/>
    </dgm:pt>
    <dgm:pt modelId="{91F47219-87F6-4EBD-A80E-4E97AF638334}" type="pres">
      <dgm:prSet presAssocID="{0610F1D5-AEAE-4887-B0A9-C7EBE5956EB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F693882-3DD9-44DB-B793-D28E2AC12107}" type="pres">
      <dgm:prSet presAssocID="{0610F1D5-AEAE-4887-B0A9-C7EBE5956EB1}" presName="spaceRect" presStyleCnt="0"/>
      <dgm:spPr/>
    </dgm:pt>
    <dgm:pt modelId="{3CE444AB-18F6-45A3-AC5B-4B5EE15EB2AF}" type="pres">
      <dgm:prSet presAssocID="{0610F1D5-AEAE-4887-B0A9-C7EBE5956EB1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EEC20409-CA9D-40BA-96DB-07D861398E69}" type="presOf" srcId="{DD83E586-289E-4FB4-9652-4B1D621716D9}" destId="{C34DD925-078E-4CB7-9AC2-7C0360134921}" srcOrd="0" destOrd="0" presId="urn:microsoft.com/office/officeart/2018/5/layout/IconCircleLabelList"/>
    <dgm:cxn modelId="{33760D0E-8FCF-48D1-9B8B-CEC786D71A0C}" srcId="{DD83E586-289E-4FB4-9652-4B1D621716D9}" destId="{0610F1D5-AEAE-4887-B0A9-C7EBE5956EB1}" srcOrd="6" destOrd="0" parTransId="{E5CF7613-AC57-49E5-B607-C01B240AC1E7}" sibTransId="{153926AE-3342-41DD-8A06-8A6C86069A35}"/>
    <dgm:cxn modelId="{36878112-EA51-487C-89FC-33554BAB8111}" type="presOf" srcId="{5BECFC77-85AA-4132-A923-05B5EAD9982A}" destId="{532E3E25-820C-49A1-B1F2-E2E1EB8275B4}" srcOrd="0" destOrd="0" presId="urn:microsoft.com/office/officeart/2018/5/layout/IconCircleLabelList"/>
    <dgm:cxn modelId="{F718F75B-3096-4BF0-ADCE-477274F4A219}" srcId="{DD83E586-289E-4FB4-9652-4B1D621716D9}" destId="{C1152A08-3FBB-49DD-B9E2-E1B84DB9F7B8}" srcOrd="3" destOrd="0" parTransId="{CC2A9C22-02FD-4434-B01C-A665A77CB509}" sibTransId="{F6822882-1A44-432D-A73C-2FBE20AEFC53}"/>
    <dgm:cxn modelId="{25EF8241-CB18-4157-AA04-93FCC467720A}" type="presOf" srcId="{0610F1D5-AEAE-4887-B0A9-C7EBE5956EB1}" destId="{3CE444AB-18F6-45A3-AC5B-4B5EE15EB2AF}" srcOrd="0" destOrd="0" presId="urn:microsoft.com/office/officeart/2018/5/layout/IconCircleLabelList"/>
    <dgm:cxn modelId="{9C72C463-7FB5-409A-B72B-7260070C4143}" srcId="{DD83E586-289E-4FB4-9652-4B1D621716D9}" destId="{7CB729A1-7436-407F-A7F7-679C4FA52AF0}" srcOrd="1" destOrd="0" parTransId="{30D5342E-D312-48DC-8679-EB295552D2FC}" sibTransId="{AF5F4ADA-327B-406B-ABB5-8094B31B5750}"/>
    <dgm:cxn modelId="{A199EA46-BAAD-4F09-A329-50BFF0C29EAC}" type="presOf" srcId="{5AE5CDBD-6583-452B-A955-D1B8FA555265}" destId="{9E25B679-AF50-47FE-87A4-668EB5C811C2}" srcOrd="0" destOrd="0" presId="urn:microsoft.com/office/officeart/2018/5/layout/IconCircleLabelList"/>
    <dgm:cxn modelId="{E943394D-E449-4957-AE55-6CD115D21D6F}" srcId="{DD83E586-289E-4FB4-9652-4B1D621716D9}" destId="{DA65C837-C89F-4427-8CBB-95B5590FCADF}" srcOrd="4" destOrd="0" parTransId="{7539C68E-00D5-4F9B-A178-D58D6950FC6A}" sibTransId="{22CAEA01-3E40-4D53-9770-0DC31F9655D4}"/>
    <dgm:cxn modelId="{51DC784F-0C48-4F3E-BC09-AE35C71E062D}" type="presOf" srcId="{DA65C837-C89F-4427-8CBB-95B5590FCADF}" destId="{5715779A-ED0A-403A-8CD9-A09399994A8D}" srcOrd="0" destOrd="0" presId="urn:microsoft.com/office/officeart/2018/5/layout/IconCircleLabelList"/>
    <dgm:cxn modelId="{1D33968B-C692-4BA9-8E71-62D544732B62}" type="presOf" srcId="{4C60F0A8-1474-43B3-AD3F-AD2750F54421}" destId="{D052501C-EAF8-4197-85BA-88C641D63B15}" srcOrd="0" destOrd="0" presId="urn:microsoft.com/office/officeart/2018/5/layout/IconCircleLabelList"/>
    <dgm:cxn modelId="{5867659E-13C4-45DE-B3B4-4D8A3A736BC3}" srcId="{DD83E586-289E-4FB4-9652-4B1D621716D9}" destId="{5AE5CDBD-6583-452B-A955-D1B8FA555265}" srcOrd="5" destOrd="0" parTransId="{D48FA556-B00C-4618-99D4-8B38D2E24846}" sibTransId="{1C0C7CEC-B3E2-4506-AC05-94B61F76C4AC}"/>
    <dgm:cxn modelId="{ADD994A9-564A-4577-90F5-7E708E83D148}" srcId="{DD83E586-289E-4FB4-9652-4B1D621716D9}" destId="{4C60F0A8-1474-43B3-AD3F-AD2750F54421}" srcOrd="2" destOrd="0" parTransId="{5704389B-CED0-497E-8524-9549C0A0F69E}" sibTransId="{4C778E0E-586D-43A8-BA80-C33CA2FF4021}"/>
    <dgm:cxn modelId="{953F90D2-95BE-4C45-8B61-A1A159C33BC6}" type="presOf" srcId="{7CB729A1-7436-407F-A7F7-679C4FA52AF0}" destId="{16ED9CDB-EC3F-4B6C-813D-7B5011970192}" srcOrd="0" destOrd="0" presId="urn:microsoft.com/office/officeart/2018/5/layout/IconCircleLabelList"/>
    <dgm:cxn modelId="{1A3818D6-75FF-4875-8E89-299CA0DF5475}" srcId="{DD83E586-289E-4FB4-9652-4B1D621716D9}" destId="{5BECFC77-85AA-4132-A923-05B5EAD9982A}" srcOrd="0" destOrd="0" parTransId="{8004CDE6-0C87-4418-9AB3-905190B0E755}" sibTransId="{BA01B1EE-51A0-46E7-A59B-B0F67C77F2E3}"/>
    <dgm:cxn modelId="{541358F3-4215-406E-85B8-8B88542B4A2D}" type="presOf" srcId="{C1152A08-3FBB-49DD-B9E2-E1B84DB9F7B8}" destId="{8B2E189D-79A0-4036-A906-58FB80AE3E1D}" srcOrd="0" destOrd="0" presId="urn:microsoft.com/office/officeart/2018/5/layout/IconCircleLabelList"/>
    <dgm:cxn modelId="{4DA72489-CB6C-4598-A90F-CFF139EE83C8}" type="presParOf" srcId="{C34DD925-078E-4CB7-9AC2-7C0360134921}" destId="{6FC3EDAF-D676-4560-A6F1-953DD40E542B}" srcOrd="0" destOrd="0" presId="urn:microsoft.com/office/officeart/2018/5/layout/IconCircleLabelList"/>
    <dgm:cxn modelId="{981A2D64-E120-49AA-8F59-BEDB35611617}" type="presParOf" srcId="{6FC3EDAF-D676-4560-A6F1-953DD40E542B}" destId="{D9630825-B7C4-4092-8547-318D51BF7041}" srcOrd="0" destOrd="0" presId="urn:microsoft.com/office/officeart/2018/5/layout/IconCircleLabelList"/>
    <dgm:cxn modelId="{6580EB6A-5A08-473B-A66F-031B36E3CC8E}" type="presParOf" srcId="{6FC3EDAF-D676-4560-A6F1-953DD40E542B}" destId="{A319421B-E284-4309-9D0D-5FCBC5C39AD2}" srcOrd="1" destOrd="0" presId="urn:microsoft.com/office/officeart/2018/5/layout/IconCircleLabelList"/>
    <dgm:cxn modelId="{6B8DB739-E2C9-403A-AB80-D48DBF21DA13}" type="presParOf" srcId="{6FC3EDAF-D676-4560-A6F1-953DD40E542B}" destId="{CD39C922-5D8A-4F44-ADC4-04884EF3FD44}" srcOrd="2" destOrd="0" presId="urn:microsoft.com/office/officeart/2018/5/layout/IconCircleLabelList"/>
    <dgm:cxn modelId="{DDD5AA96-E47E-475E-8DD2-855FB2C756E9}" type="presParOf" srcId="{6FC3EDAF-D676-4560-A6F1-953DD40E542B}" destId="{532E3E25-820C-49A1-B1F2-E2E1EB8275B4}" srcOrd="3" destOrd="0" presId="urn:microsoft.com/office/officeart/2018/5/layout/IconCircleLabelList"/>
    <dgm:cxn modelId="{9EAF1B5F-5E6B-48B0-83EC-D84822CA67F6}" type="presParOf" srcId="{C34DD925-078E-4CB7-9AC2-7C0360134921}" destId="{8904EFA1-75F4-421A-9EDF-0365825B981D}" srcOrd="1" destOrd="0" presId="urn:microsoft.com/office/officeart/2018/5/layout/IconCircleLabelList"/>
    <dgm:cxn modelId="{AAD438DA-4AE6-4301-AF7E-9C633C335287}" type="presParOf" srcId="{C34DD925-078E-4CB7-9AC2-7C0360134921}" destId="{1C1ADB08-4455-4A94-9662-26B4022ED9ED}" srcOrd="2" destOrd="0" presId="urn:microsoft.com/office/officeart/2018/5/layout/IconCircleLabelList"/>
    <dgm:cxn modelId="{1F67A207-66C4-4202-A8C5-85C5F6AC0876}" type="presParOf" srcId="{1C1ADB08-4455-4A94-9662-26B4022ED9ED}" destId="{0758025E-09F5-4AC8-A8F1-2777901EEC75}" srcOrd="0" destOrd="0" presId="urn:microsoft.com/office/officeart/2018/5/layout/IconCircleLabelList"/>
    <dgm:cxn modelId="{2AFFF4EE-8A96-4ADB-B9AF-008BCFC28127}" type="presParOf" srcId="{1C1ADB08-4455-4A94-9662-26B4022ED9ED}" destId="{903DF45C-6CC6-4C6C-A8F6-C6FEC5EF452B}" srcOrd="1" destOrd="0" presId="urn:microsoft.com/office/officeart/2018/5/layout/IconCircleLabelList"/>
    <dgm:cxn modelId="{8F2DCDFA-EA4D-4B8F-B0EE-825AA0750CA6}" type="presParOf" srcId="{1C1ADB08-4455-4A94-9662-26B4022ED9ED}" destId="{81FD9432-2CF1-4868-8D20-BAE88EEA916B}" srcOrd="2" destOrd="0" presId="urn:microsoft.com/office/officeart/2018/5/layout/IconCircleLabelList"/>
    <dgm:cxn modelId="{821459A4-9E80-474A-B4A7-FF0E9A475BFB}" type="presParOf" srcId="{1C1ADB08-4455-4A94-9662-26B4022ED9ED}" destId="{16ED9CDB-EC3F-4B6C-813D-7B5011970192}" srcOrd="3" destOrd="0" presId="urn:microsoft.com/office/officeart/2018/5/layout/IconCircleLabelList"/>
    <dgm:cxn modelId="{495DD7DA-C7B1-4E95-80C0-D90D307F0248}" type="presParOf" srcId="{C34DD925-078E-4CB7-9AC2-7C0360134921}" destId="{E8F3B341-2BE3-4B89-AC37-55880645AA9E}" srcOrd="3" destOrd="0" presId="urn:microsoft.com/office/officeart/2018/5/layout/IconCircleLabelList"/>
    <dgm:cxn modelId="{61B1DF6A-0F29-4CF4-878B-54274771D379}" type="presParOf" srcId="{C34DD925-078E-4CB7-9AC2-7C0360134921}" destId="{FB6FF928-35A6-4C7A-ABB7-9F55A749E01B}" srcOrd="4" destOrd="0" presId="urn:microsoft.com/office/officeart/2018/5/layout/IconCircleLabelList"/>
    <dgm:cxn modelId="{36F3994A-7DE3-43D3-BFCC-B02542A87744}" type="presParOf" srcId="{FB6FF928-35A6-4C7A-ABB7-9F55A749E01B}" destId="{09DB991C-0410-48F5-94FA-D35B1CC47E8E}" srcOrd="0" destOrd="0" presId="urn:microsoft.com/office/officeart/2018/5/layout/IconCircleLabelList"/>
    <dgm:cxn modelId="{55C28667-4B16-4D22-BF3C-2EC632C8000C}" type="presParOf" srcId="{FB6FF928-35A6-4C7A-ABB7-9F55A749E01B}" destId="{0D331BB5-E893-4C03-96DF-2BF9F828C116}" srcOrd="1" destOrd="0" presId="urn:microsoft.com/office/officeart/2018/5/layout/IconCircleLabelList"/>
    <dgm:cxn modelId="{BA401FDE-6004-4F96-8BBB-0C81A0DEF391}" type="presParOf" srcId="{FB6FF928-35A6-4C7A-ABB7-9F55A749E01B}" destId="{F33601B0-AC6B-4655-900D-8A07F4F586B7}" srcOrd="2" destOrd="0" presId="urn:microsoft.com/office/officeart/2018/5/layout/IconCircleLabelList"/>
    <dgm:cxn modelId="{1D1E4BBA-46E5-4000-B707-272205B69D57}" type="presParOf" srcId="{FB6FF928-35A6-4C7A-ABB7-9F55A749E01B}" destId="{D052501C-EAF8-4197-85BA-88C641D63B15}" srcOrd="3" destOrd="0" presId="urn:microsoft.com/office/officeart/2018/5/layout/IconCircleLabelList"/>
    <dgm:cxn modelId="{FDA02C2A-8FD6-4B9E-970B-41934F4D7D4C}" type="presParOf" srcId="{C34DD925-078E-4CB7-9AC2-7C0360134921}" destId="{947A8A9A-1469-4D8E-B2EA-6DBD684B3D87}" srcOrd="5" destOrd="0" presId="urn:microsoft.com/office/officeart/2018/5/layout/IconCircleLabelList"/>
    <dgm:cxn modelId="{C6D9D19D-28ED-4126-B063-E5CBD174B0F1}" type="presParOf" srcId="{C34DD925-078E-4CB7-9AC2-7C0360134921}" destId="{FC989EFC-A896-4A57-9045-ED5FC43FA241}" srcOrd="6" destOrd="0" presId="urn:microsoft.com/office/officeart/2018/5/layout/IconCircleLabelList"/>
    <dgm:cxn modelId="{C5AF5575-831C-4696-AB19-F4605971D3BE}" type="presParOf" srcId="{FC989EFC-A896-4A57-9045-ED5FC43FA241}" destId="{170E715A-7529-41E4-9F4A-759421D908BC}" srcOrd="0" destOrd="0" presId="urn:microsoft.com/office/officeart/2018/5/layout/IconCircleLabelList"/>
    <dgm:cxn modelId="{A9C3D1D3-AAE7-4FA7-BB82-0F3D6EFF81EA}" type="presParOf" srcId="{FC989EFC-A896-4A57-9045-ED5FC43FA241}" destId="{95015DC0-529B-43F9-8E50-993061624005}" srcOrd="1" destOrd="0" presId="urn:microsoft.com/office/officeart/2018/5/layout/IconCircleLabelList"/>
    <dgm:cxn modelId="{641431AD-8B04-413C-8FB3-716019DC0443}" type="presParOf" srcId="{FC989EFC-A896-4A57-9045-ED5FC43FA241}" destId="{9EC5842C-4F9F-46F9-B3B6-775323D9A832}" srcOrd="2" destOrd="0" presId="urn:microsoft.com/office/officeart/2018/5/layout/IconCircleLabelList"/>
    <dgm:cxn modelId="{256C8895-D970-4309-876D-675E0508D123}" type="presParOf" srcId="{FC989EFC-A896-4A57-9045-ED5FC43FA241}" destId="{8B2E189D-79A0-4036-A906-58FB80AE3E1D}" srcOrd="3" destOrd="0" presId="urn:microsoft.com/office/officeart/2018/5/layout/IconCircleLabelList"/>
    <dgm:cxn modelId="{62F7F238-B8F1-4028-A4FA-227F28A866AA}" type="presParOf" srcId="{C34DD925-078E-4CB7-9AC2-7C0360134921}" destId="{2D058F71-1270-4006-9334-5301512D1396}" srcOrd="7" destOrd="0" presId="urn:microsoft.com/office/officeart/2018/5/layout/IconCircleLabelList"/>
    <dgm:cxn modelId="{706EA806-CDDC-4AA0-A595-DBB28907D242}" type="presParOf" srcId="{C34DD925-078E-4CB7-9AC2-7C0360134921}" destId="{528D5855-B7F5-439D-B014-3F6E5661F3FF}" srcOrd="8" destOrd="0" presId="urn:microsoft.com/office/officeart/2018/5/layout/IconCircleLabelList"/>
    <dgm:cxn modelId="{F33B3419-E3B4-4D1A-A678-2B743DC24DA6}" type="presParOf" srcId="{528D5855-B7F5-439D-B014-3F6E5661F3FF}" destId="{48FC2DBC-2696-41A3-90B9-908B8268E2F4}" srcOrd="0" destOrd="0" presId="urn:microsoft.com/office/officeart/2018/5/layout/IconCircleLabelList"/>
    <dgm:cxn modelId="{5A59661E-FE64-4B97-9E1F-0FF9876EFC9B}" type="presParOf" srcId="{528D5855-B7F5-439D-B014-3F6E5661F3FF}" destId="{EB39C756-CBA8-4BB1-858E-8CA47C70048F}" srcOrd="1" destOrd="0" presId="urn:microsoft.com/office/officeart/2018/5/layout/IconCircleLabelList"/>
    <dgm:cxn modelId="{5CBFE309-B088-48F5-999D-CC7207A3E837}" type="presParOf" srcId="{528D5855-B7F5-439D-B014-3F6E5661F3FF}" destId="{E5781506-029E-4E87-BC02-6C0DFBD904CB}" srcOrd="2" destOrd="0" presId="urn:microsoft.com/office/officeart/2018/5/layout/IconCircleLabelList"/>
    <dgm:cxn modelId="{52429591-9975-4A91-9B94-DF141F85B217}" type="presParOf" srcId="{528D5855-B7F5-439D-B014-3F6E5661F3FF}" destId="{5715779A-ED0A-403A-8CD9-A09399994A8D}" srcOrd="3" destOrd="0" presId="urn:microsoft.com/office/officeart/2018/5/layout/IconCircleLabelList"/>
    <dgm:cxn modelId="{2050DC6B-500D-44E4-8B0A-734978436743}" type="presParOf" srcId="{C34DD925-078E-4CB7-9AC2-7C0360134921}" destId="{42785D95-09D0-404E-B635-0DF0D757F338}" srcOrd="9" destOrd="0" presId="urn:microsoft.com/office/officeart/2018/5/layout/IconCircleLabelList"/>
    <dgm:cxn modelId="{62547B15-B577-478A-8A9E-26276E2656A3}" type="presParOf" srcId="{C34DD925-078E-4CB7-9AC2-7C0360134921}" destId="{6D60E286-A676-45F6-8CD3-170A1933FD79}" srcOrd="10" destOrd="0" presId="urn:microsoft.com/office/officeart/2018/5/layout/IconCircleLabelList"/>
    <dgm:cxn modelId="{58828F18-C3CB-457A-AA95-5EF5C43D93F1}" type="presParOf" srcId="{6D60E286-A676-45F6-8CD3-170A1933FD79}" destId="{67A0E8BB-27AB-4C96-81FC-3B99653519E8}" srcOrd="0" destOrd="0" presId="urn:microsoft.com/office/officeart/2018/5/layout/IconCircleLabelList"/>
    <dgm:cxn modelId="{159BEB43-8EB6-452F-AB09-645ED6256846}" type="presParOf" srcId="{6D60E286-A676-45F6-8CD3-170A1933FD79}" destId="{F451DFCA-12D7-48FF-83CD-18A4682AB3C9}" srcOrd="1" destOrd="0" presId="urn:microsoft.com/office/officeart/2018/5/layout/IconCircleLabelList"/>
    <dgm:cxn modelId="{B13FE283-3439-47DE-BECB-014FDC74DAD3}" type="presParOf" srcId="{6D60E286-A676-45F6-8CD3-170A1933FD79}" destId="{89AC3289-48A9-48EF-AE88-21E5FBDAC3EB}" srcOrd="2" destOrd="0" presId="urn:microsoft.com/office/officeart/2018/5/layout/IconCircleLabelList"/>
    <dgm:cxn modelId="{A3180FE0-E201-4F1C-8493-0BB9CA634F7D}" type="presParOf" srcId="{6D60E286-A676-45F6-8CD3-170A1933FD79}" destId="{9E25B679-AF50-47FE-87A4-668EB5C811C2}" srcOrd="3" destOrd="0" presId="urn:microsoft.com/office/officeart/2018/5/layout/IconCircleLabelList"/>
    <dgm:cxn modelId="{5D69F40A-8735-49E3-8B3F-BD5572FE0815}" type="presParOf" srcId="{C34DD925-078E-4CB7-9AC2-7C0360134921}" destId="{932F0B8C-64CF-4BA2-BE82-6E7C5ECFAF95}" srcOrd="11" destOrd="0" presId="urn:microsoft.com/office/officeart/2018/5/layout/IconCircleLabelList"/>
    <dgm:cxn modelId="{58140CCB-30A6-4ED4-8C34-970E4DE9E8BA}" type="presParOf" srcId="{C34DD925-078E-4CB7-9AC2-7C0360134921}" destId="{5B5D7D41-BC1D-45EF-A215-C02EFD06DD54}" srcOrd="12" destOrd="0" presId="urn:microsoft.com/office/officeart/2018/5/layout/IconCircleLabelList"/>
    <dgm:cxn modelId="{C8AEADA1-FF5D-4DAC-9E08-7261245AA1E1}" type="presParOf" srcId="{5B5D7D41-BC1D-45EF-A215-C02EFD06DD54}" destId="{F1C43B7C-A90F-4573-A7CE-68EFCBDA3F78}" srcOrd="0" destOrd="0" presId="urn:microsoft.com/office/officeart/2018/5/layout/IconCircleLabelList"/>
    <dgm:cxn modelId="{260F12C5-C0A8-4AFA-9914-31129918E286}" type="presParOf" srcId="{5B5D7D41-BC1D-45EF-A215-C02EFD06DD54}" destId="{91F47219-87F6-4EBD-A80E-4E97AF638334}" srcOrd="1" destOrd="0" presId="urn:microsoft.com/office/officeart/2018/5/layout/IconCircleLabelList"/>
    <dgm:cxn modelId="{6E5C8F71-D569-4379-B1DB-7E2EFCCBD581}" type="presParOf" srcId="{5B5D7D41-BC1D-45EF-A215-C02EFD06DD54}" destId="{7F693882-3DD9-44DB-B793-D28E2AC12107}" srcOrd="2" destOrd="0" presId="urn:microsoft.com/office/officeart/2018/5/layout/IconCircleLabelList"/>
    <dgm:cxn modelId="{96C6F6A3-0B00-456C-B351-FF458D845A8C}" type="presParOf" srcId="{5B5D7D41-BC1D-45EF-A215-C02EFD06DD54}" destId="{3CE444AB-18F6-45A3-AC5B-4B5EE15EB2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48784F-C5B1-4D2D-801D-1F22D2A0E75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15C7902-F73B-41B2-B071-88ADD20FE1E5}">
      <dgm:prSet/>
      <dgm:spPr/>
      <dgm:t>
        <a:bodyPr/>
        <a:lstStyle/>
        <a:p>
          <a:r>
            <a:rPr lang="en-US"/>
            <a:t>Interview question displayed to candidate</a:t>
          </a:r>
        </a:p>
      </dgm:t>
    </dgm:pt>
    <dgm:pt modelId="{C82CE9AE-D6B4-424F-95F9-FF2552E7FC61}" type="parTrans" cxnId="{010C99B8-6407-4A69-88D0-89DF3C12A5D3}">
      <dgm:prSet/>
      <dgm:spPr/>
      <dgm:t>
        <a:bodyPr/>
        <a:lstStyle/>
        <a:p>
          <a:endParaRPr lang="en-US"/>
        </a:p>
      </dgm:t>
    </dgm:pt>
    <dgm:pt modelId="{D62FF4E1-DDE0-4F7E-98AF-915DB1616AAB}" type="sibTrans" cxnId="{010C99B8-6407-4A69-88D0-89DF3C12A5D3}">
      <dgm:prSet/>
      <dgm:spPr/>
      <dgm:t>
        <a:bodyPr/>
        <a:lstStyle/>
        <a:p>
          <a:endParaRPr lang="en-US"/>
        </a:p>
      </dgm:t>
    </dgm:pt>
    <dgm:pt modelId="{5F4AC8AF-B7AA-46A2-9975-4BBBFE9C0393}">
      <dgm:prSet/>
      <dgm:spPr/>
      <dgm:t>
        <a:bodyPr/>
        <a:lstStyle/>
        <a:p>
          <a:r>
            <a:rPr lang="en-US"/>
            <a:t>Candidate response captured via webcam and microphone</a:t>
          </a:r>
        </a:p>
      </dgm:t>
    </dgm:pt>
    <dgm:pt modelId="{00FE2FD3-DB71-4A08-B5EA-189C7D506165}" type="parTrans" cxnId="{204CA19C-6D02-4675-A516-248165244CEA}">
      <dgm:prSet/>
      <dgm:spPr/>
      <dgm:t>
        <a:bodyPr/>
        <a:lstStyle/>
        <a:p>
          <a:endParaRPr lang="en-US"/>
        </a:p>
      </dgm:t>
    </dgm:pt>
    <dgm:pt modelId="{D77D722F-2F39-4CF9-BD0D-56BB9E93A3CC}" type="sibTrans" cxnId="{204CA19C-6D02-4675-A516-248165244CEA}">
      <dgm:prSet/>
      <dgm:spPr/>
      <dgm:t>
        <a:bodyPr/>
        <a:lstStyle/>
        <a:p>
          <a:endParaRPr lang="en-US"/>
        </a:p>
      </dgm:t>
    </dgm:pt>
    <dgm:pt modelId="{1C36E13B-3F84-4755-B36D-71ED8F9C1458}">
      <dgm:prSet/>
      <dgm:spPr/>
      <dgm:t>
        <a:bodyPr/>
        <a:lstStyle/>
        <a:p>
          <a:r>
            <a:rPr lang="en-US"/>
            <a:t>Facial emotion detection from video frames</a:t>
          </a:r>
        </a:p>
      </dgm:t>
    </dgm:pt>
    <dgm:pt modelId="{744C747D-7917-4CEE-BDA9-64F07F666F73}" type="parTrans" cxnId="{6BA3817F-7DCA-47EF-BC41-EE3BDE99B39A}">
      <dgm:prSet/>
      <dgm:spPr/>
      <dgm:t>
        <a:bodyPr/>
        <a:lstStyle/>
        <a:p>
          <a:endParaRPr lang="en-US"/>
        </a:p>
      </dgm:t>
    </dgm:pt>
    <dgm:pt modelId="{926880B3-E90F-4439-A1BA-835395B7AFF3}" type="sibTrans" cxnId="{6BA3817F-7DCA-47EF-BC41-EE3BDE99B39A}">
      <dgm:prSet/>
      <dgm:spPr/>
      <dgm:t>
        <a:bodyPr/>
        <a:lstStyle/>
        <a:p>
          <a:endParaRPr lang="en-US"/>
        </a:p>
      </dgm:t>
    </dgm:pt>
    <dgm:pt modelId="{4F5B5DBA-827A-401C-B7FF-4916B3AE912D}">
      <dgm:prSet/>
      <dgm:spPr/>
      <dgm:t>
        <a:bodyPr/>
        <a:lstStyle/>
        <a:p>
          <a:r>
            <a:rPr lang="en-US"/>
            <a:t>Speech converted into text using Whisper</a:t>
          </a:r>
        </a:p>
      </dgm:t>
    </dgm:pt>
    <dgm:pt modelId="{BA7E3E8D-2AEB-4D15-815D-1D81B723DF77}" type="parTrans" cxnId="{AD0FDA1C-2C7F-4F2F-AC0B-B6258E4670B4}">
      <dgm:prSet/>
      <dgm:spPr/>
      <dgm:t>
        <a:bodyPr/>
        <a:lstStyle/>
        <a:p>
          <a:endParaRPr lang="en-US"/>
        </a:p>
      </dgm:t>
    </dgm:pt>
    <dgm:pt modelId="{879D200B-E5D2-49B0-8159-88184DB8F2DE}" type="sibTrans" cxnId="{AD0FDA1C-2C7F-4F2F-AC0B-B6258E4670B4}">
      <dgm:prSet/>
      <dgm:spPr/>
      <dgm:t>
        <a:bodyPr/>
        <a:lstStyle/>
        <a:p>
          <a:endParaRPr lang="en-US"/>
        </a:p>
      </dgm:t>
    </dgm:pt>
    <dgm:pt modelId="{32CB59A3-B72B-4BAB-8B94-598842C8D0E8}">
      <dgm:prSet/>
      <dgm:spPr/>
      <dgm:t>
        <a:bodyPr/>
        <a:lstStyle/>
        <a:p>
          <a:r>
            <a:rPr lang="en-US"/>
            <a:t>NLP analyzes response quality</a:t>
          </a:r>
        </a:p>
      </dgm:t>
    </dgm:pt>
    <dgm:pt modelId="{820D0C20-DB90-4CCD-A9B9-1AD0F54781E7}" type="parTrans" cxnId="{4C902F7A-1A03-4771-858D-CC7509426963}">
      <dgm:prSet/>
      <dgm:spPr/>
      <dgm:t>
        <a:bodyPr/>
        <a:lstStyle/>
        <a:p>
          <a:endParaRPr lang="en-US"/>
        </a:p>
      </dgm:t>
    </dgm:pt>
    <dgm:pt modelId="{5A55AD0E-B344-43EF-A67E-60B8781C8EA9}" type="sibTrans" cxnId="{4C902F7A-1A03-4771-858D-CC7509426963}">
      <dgm:prSet/>
      <dgm:spPr/>
      <dgm:t>
        <a:bodyPr/>
        <a:lstStyle/>
        <a:p>
          <a:endParaRPr lang="en-US"/>
        </a:p>
      </dgm:t>
    </dgm:pt>
    <dgm:pt modelId="{9A0BBC30-FFE1-412D-8C0E-8AFEE42737CC}">
      <dgm:prSet/>
      <dgm:spPr/>
      <dgm:t>
        <a:bodyPr/>
        <a:lstStyle/>
        <a:p>
          <a:r>
            <a:rPr lang="en-US"/>
            <a:t>Performance score generated and displayed on dashboard</a:t>
          </a:r>
        </a:p>
      </dgm:t>
    </dgm:pt>
    <dgm:pt modelId="{1CE1A09B-D87A-484F-9F16-D1F703F45B33}" type="parTrans" cxnId="{6AC7525B-4E15-4B3D-ADA2-B5E8761648D6}">
      <dgm:prSet/>
      <dgm:spPr/>
      <dgm:t>
        <a:bodyPr/>
        <a:lstStyle/>
        <a:p>
          <a:endParaRPr lang="en-US"/>
        </a:p>
      </dgm:t>
    </dgm:pt>
    <dgm:pt modelId="{C4FCF8EE-5CA6-4DA3-882E-88515AD84B19}" type="sibTrans" cxnId="{6AC7525B-4E15-4B3D-ADA2-B5E8761648D6}">
      <dgm:prSet/>
      <dgm:spPr/>
      <dgm:t>
        <a:bodyPr/>
        <a:lstStyle/>
        <a:p>
          <a:endParaRPr lang="en-US"/>
        </a:p>
      </dgm:t>
    </dgm:pt>
    <dgm:pt modelId="{59C47BD1-A07D-4F05-BF31-D940C1DA449D}" type="pres">
      <dgm:prSet presAssocID="{4848784F-C5B1-4D2D-801D-1F22D2A0E758}" presName="Name0" presStyleCnt="0">
        <dgm:presLayoutVars>
          <dgm:dir/>
          <dgm:resizeHandles val="exact"/>
        </dgm:presLayoutVars>
      </dgm:prSet>
      <dgm:spPr/>
    </dgm:pt>
    <dgm:pt modelId="{FF66AE9C-A3CF-4748-9D47-84B0DEF899BE}" type="pres">
      <dgm:prSet presAssocID="{A15C7902-F73B-41B2-B071-88ADD20FE1E5}" presName="node" presStyleLbl="node1" presStyleIdx="0" presStyleCnt="6">
        <dgm:presLayoutVars>
          <dgm:bulletEnabled val="1"/>
        </dgm:presLayoutVars>
      </dgm:prSet>
      <dgm:spPr/>
    </dgm:pt>
    <dgm:pt modelId="{B54C14B9-A012-463B-A5C1-7500A07D4699}" type="pres">
      <dgm:prSet presAssocID="{D62FF4E1-DDE0-4F7E-98AF-915DB1616AAB}" presName="sibTrans" presStyleLbl="sibTrans1D1" presStyleIdx="0" presStyleCnt="5"/>
      <dgm:spPr/>
    </dgm:pt>
    <dgm:pt modelId="{1ACBFE0C-2A9D-40DF-9319-FA16A5EDA546}" type="pres">
      <dgm:prSet presAssocID="{D62FF4E1-DDE0-4F7E-98AF-915DB1616AAB}" presName="connectorText" presStyleLbl="sibTrans1D1" presStyleIdx="0" presStyleCnt="5"/>
      <dgm:spPr/>
    </dgm:pt>
    <dgm:pt modelId="{D576B813-209F-49D5-B787-2775703C815A}" type="pres">
      <dgm:prSet presAssocID="{5F4AC8AF-B7AA-46A2-9975-4BBBFE9C0393}" presName="node" presStyleLbl="node1" presStyleIdx="1" presStyleCnt="6">
        <dgm:presLayoutVars>
          <dgm:bulletEnabled val="1"/>
        </dgm:presLayoutVars>
      </dgm:prSet>
      <dgm:spPr/>
    </dgm:pt>
    <dgm:pt modelId="{0B7D62A7-3E3D-4138-B2BE-F759384885C7}" type="pres">
      <dgm:prSet presAssocID="{D77D722F-2F39-4CF9-BD0D-56BB9E93A3CC}" presName="sibTrans" presStyleLbl="sibTrans1D1" presStyleIdx="1" presStyleCnt="5"/>
      <dgm:spPr/>
    </dgm:pt>
    <dgm:pt modelId="{710499CE-2BB7-43EB-9893-7A4F582ECE52}" type="pres">
      <dgm:prSet presAssocID="{D77D722F-2F39-4CF9-BD0D-56BB9E93A3CC}" presName="connectorText" presStyleLbl="sibTrans1D1" presStyleIdx="1" presStyleCnt="5"/>
      <dgm:spPr/>
    </dgm:pt>
    <dgm:pt modelId="{03D25F76-2303-4ADC-A5E0-BC866D718E03}" type="pres">
      <dgm:prSet presAssocID="{1C36E13B-3F84-4755-B36D-71ED8F9C1458}" presName="node" presStyleLbl="node1" presStyleIdx="2" presStyleCnt="6">
        <dgm:presLayoutVars>
          <dgm:bulletEnabled val="1"/>
        </dgm:presLayoutVars>
      </dgm:prSet>
      <dgm:spPr/>
    </dgm:pt>
    <dgm:pt modelId="{A187FD06-9358-4D93-97EC-881159E09161}" type="pres">
      <dgm:prSet presAssocID="{926880B3-E90F-4439-A1BA-835395B7AFF3}" presName="sibTrans" presStyleLbl="sibTrans1D1" presStyleIdx="2" presStyleCnt="5"/>
      <dgm:spPr/>
    </dgm:pt>
    <dgm:pt modelId="{AC4B6A6A-5908-458F-8834-1AF2DFBF66B2}" type="pres">
      <dgm:prSet presAssocID="{926880B3-E90F-4439-A1BA-835395B7AFF3}" presName="connectorText" presStyleLbl="sibTrans1D1" presStyleIdx="2" presStyleCnt="5"/>
      <dgm:spPr/>
    </dgm:pt>
    <dgm:pt modelId="{B971241F-1685-4452-9A31-791B6D1726AC}" type="pres">
      <dgm:prSet presAssocID="{4F5B5DBA-827A-401C-B7FF-4916B3AE912D}" presName="node" presStyleLbl="node1" presStyleIdx="3" presStyleCnt="6">
        <dgm:presLayoutVars>
          <dgm:bulletEnabled val="1"/>
        </dgm:presLayoutVars>
      </dgm:prSet>
      <dgm:spPr/>
    </dgm:pt>
    <dgm:pt modelId="{C31131E3-86CB-4698-B1DF-AE5BDE159E7E}" type="pres">
      <dgm:prSet presAssocID="{879D200B-E5D2-49B0-8159-88184DB8F2DE}" presName="sibTrans" presStyleLbl="sibTrans1D1" presStyleIdx="3" presStyleCnt="5"/>
      <dgm:spPr/>
    </dgm:pt>
    <dgm:pt modelId="{F9D3859C-74FF-41C9-A0FD-74B53FD296F7}" type="pres">
      <dgm:prSet presAssocID="{879D200B-E5D2-49B0-8159-88184DB8F2DE}" presName="connectorText" presStyleLbl="sibTrans1D1" presStyleIdx="3" presStyleCnt="5"/>
      <dgm:spPr/>
    </dgm:pt>
    <dgm:pt modelId="{92CC3476-867B-4AC2-89C4-07310751B56F}" type="pres">
      <dgm:prSet presAssocID="{32CB59A3-B72B-4BAB-8B94-598842C8D0E8}" presName="node" presStyleLbl="node1" presStyleIdx="4" presStyleCnt="6">
        <dgm:presLayoutVars>
          <dgm:bulletEnabled val="1"/>
        </dgm:presLayoutVars>
      </dgm:prSet>
      <dgm:spPr/>
    </dgm:pt>
    <dgm:pt modelId="{D65F3AFF-D192-4AB0-99CC-D8FE3396B815}" type="pres">
      <dgm:prSet presAssocID="{5A55AD0E-B344-43EF-A67E-60B8781C8EA9}" presName="sibTrans" presStyleLbl="sibTrans1D1" presStyleIdx="4" presStyleCnt="5"/>
      <dgm:spPr/>
    </dgm:pt>
    <dgm:pt modelId="{989852A1-BA70-431C-B896-8C24AC45E63B}" type="pres">
      <dgm:prSet presAssocID="{5A55AD0E-B344-43EF-A67E-60B8781C8EA9}" presName="connectorText" presStyleLbl="sibTrans1D1" presStyleIdx="4" presStyleCnt="5"/>
      <dgm:spPr/>
    </dgm:pt>
    <dgm:pt modelId="{3A8A6F01-D00D-44AA-99E4-49EA4DEF4017}" type="pres">
      <dgm:prSet presAssocID="{9A0BBC30-FFE1-412D-8C0E-8AFEE42737CC}" presName="node" presStyleLbl="node1" presStyleIdx="5" presStyleCnt="6">
        <dgm:presLayoutVars>
          <dgm:bulletEnabled val="1"/>
        </dgm:presLayoutVars>
      </dgm:prSet>
      <dgm:spPr/>
    </dgm:pt>
  </dgm:ptLst>
  <dgm:cxnLst>
    <dgm:cxn modelId="{175D761C-B0A8-4CBD-A62F-88574C1360D3}" type="presOf" srcId="{D77D722F-2F39-4CF9-BD0D-56BB9E93A3CC}" destId="{0B7D62A7-3E3D-4138-B2BE-F759384885C7}" srcOrd="0" destOrd="0" presId="urn:microsoft.com/office/officeart/2016/7/layout/RepeatingBendingProcessNew"/>
    <dgm:cxn modelId="{D3D49D1C-DD7A-4BB9-8BC3-D8220A0A857D}" type="presOf" srcId="{5A55AD0E-B344-43EF-A67E-60B8781C8EA9}" destId="{989852A1-BA70-431C-B896-8C24AC45E63B}" srcOrd="1" destOrd="0" presId="urn:microsoft.com/office/officeart/2016/7/layout/RepeatingBendingProcessNew"/>
    <dgm:cxn modelId="{AD0FDA1C-2C7F-4F2F-AC0B-B6258E4670B4}" srcId="{4848784F-C5B1-4D2D-801D-1F22D2A0E758}" destId="{4F5B5DBA-827A-401C-B7FF-4916B3AE912D}" srcOrd="3" destOrd="0" parTransId="{BA7E3E8D-2AEB-4D15-815D-1D81B723DF77}" sibTransId="{879D200B-E5D2-49B0-8159-88184DB8F2DE}"/>
    <dgm:cxn modelId="{6AC7525B-4E15-4B3D-ADA2-B5E8761648D6}" srcId="{4848784F-C5B1-4D2D-801D-1F22D2A0E758}" destId="{9A0BBC30-FFE1-412D-8C0E-8AFEE42737CC}" srcOrd="5" destOrd="0" parTransId="{1CE1A09B-D87A-484F-9F16-D1F703F45B33}" sibTransId="{C4FCF8EE-5CA6-4DA3-882E-88515AD84B19}"/>
    <dgm:cxn modelId="{7029434F-33D9-433C-B5AC-552C4F30EB9B}" type="presOf" srcId="{4F5B5DBA-827A-401C-B7FF-4916B3AE912D}" destId="{B971241F-1685-4452-9A31-791B6D1726AC}" srcOrd="0" destOrd="0" presId="urn:microsoft.com/office/officeart/2016/7/layout/RepeatingBendingProcessNew"/>
    <dgm:cxn modelId="{8123456F-910C-44CA-A897-7EA8F906A478}" type="presOf" srcId="{9A0BBC30-FFE1-412D-8C0E-8AFEE42737CC}" destId="{3A8A6F01-D00D-44AA-99E4-49EA4DEF4017}" srcOrd="0" destOrd="0" presId="urn:microsoft.com/office/officeart/2016/7/layout/RepeatingBendingProcessNew"/>
    <dgm:cxn modelId="{D2C54671-7988-44E0-8596-925FE38B840F}" type="presOf" srcId="{4848784F-C5B1-4D2D-801D-1F22D2A0E758}" destId="{59C47BD1-A07D-4F05-BF31-D940C1DA449D}" srcOrd="0" destOrd="0" presId="urn:microsoft.com/office/officeart/2016/7/layout/RepeatingBendingProcessNew"/>
    <dgm:cxn modelId="{438F6179-D52C-4E3E-9D2B-02AA4D45F091}" type="presOf" srcId="{1C36E13B-3F84-4755-B36D-71ED8F9C1458}" destId="{03D25F76-2303-4ADC-A5E0-BC866D718E03}" srcOrd="0" destOrd="0" presId="urn:microsoft.com/office/officeart/2016/7/layout/RepeatingBendingProcessNew"/>
    <dgm:cxn modelId="{DC73E559-D196-4CFF-9599-927D33A8E21E}" type="presOf" srcId="{32CB59A3-B72B-4BAB-8B94-598842C8D0E8}" destId="{92CC3476-867B-4AC2-89C4-07310751B56F}" srcOrd="0" destOrd="0" presId="urn:microsoft.com/office/officeart/2016/7/layout/RepeatingBendingProcessNew"/>
    <dgm:cxn modelId="{4C902F7A-1A03-4771-858D-CC7509426963}" srcId="{4848784F-C5B1-4D2D-801D-1F22D2A0E758}" destId="{32CB59A3-B72B-4BAB-8B94-598842C8D0E8}" srcOrd="4" destOrd="0" parTransId="{820D0C20-DB90-4CCD-A9B9-1AD0F54781E7}" sibTransId="{5A55AD0E-B344-43EF-A67E-60B8781C8EA9}"/>
    <dgm:cxn modelId="{6BA3817F-7DCA-47EF-BC41-EE3BDE99B39A}" srcId="{4848784F-C5B1-4D2D-801D-1F22D2A0E758}" destId="{1C36E13B-3F84-4755-B36D-71ED8F9C1458}" srcOrd="2" destOrd="0" parTransId="{744C747D-7917-4CEE-BDA9-64F07F666F73}" sibTransId="{926880B3-E90F-4439-A1BA-835395B7AFF3}"/>
    <dgm:cxn modelId="{7938E798-C859-4593-AD5C-EF433E38A09F}" type="presOf" srcId="{D62FF4E1-DDE0-4F7E-98AF-915DB1616AAB}" destId="{1ACBFE0C-2A9D-40DF-9319-FA16A5EDA546}" srcOrd="1" destOrd="0" presId="urn:microsoft.com/office/officeart/2016/7/layout/RepeatingBendingProcessNew"/>
    <dgm:cxn modelId="{204CA19C-6D02-4675-A516-248165244CEA}" srcId="{4848784F-C5B1-4D2D-801D-1F22D2A0E758}" destId="{5F4AC8AF-B7AA-46A2-9975-4BBBFE9C0393}" srcOrd="1" destOrd="0" parTransId="{00FE2FD3-DB71-4A08-B5EA-189C7D506165}" sibTransId="{D77D722F-2F39-4CF9-BD0D-56BB9E93A3CC}"/>
    <dgm:cxn modelId="{3DECF59E-7BA1-40A4-9545-C0D87282A336}" type="presOf" srcId="{D62FF4E1-DDE0-4F7E-98AF-915DB1616AAB}" destId="{B54C14B9-A012-463B-A5C1-7500A07D4699}" srcOrd="0" destOrd="0" presId="urn:microsoft.com/office/officeart/2016/7/layout/RepeatingBendingProcessNew"/>
    <dgm:cxn modelId="{010C99B8-6407-4A69-88D0-89DF3C12A5D3}" srcId="{4848784F-C5B1-4D2D-801D-1F22D2A0E758}" destId="{A15C7902-F73B-41B2-B071-88ADD20FE1E5}" srcOrd="0" destOrd="0" parTransId="{C82CE9AE-D6B4-424F-95F9-FF2552E7FC61}" sibTransId="{D62FF4E1-DDE0-4F7E-98AF-915DB1616AAB}"/>
    <dgm:cxn modelId="{61B07ABB-ABAB-485C-BBEA-620EA68F51DF}" type="presOf" srcId="{5A55AD0E-B344-43EF-A67E-60B8781C8EA9}" destId="{D65F3AFF-D192-4AB0-99CC-D8FE3396B815}" srcOrd="0" destOrd="0" presId="urn:microsoft.com/office/officeart/2016/7/layout/RepeatingBendingProcessNew"/>
    <dgm:cxn modelId="{518DEFC0-920E-45BD-9A57-13E807DFDA7A}" type="presOf" srcId="{926880B3-E90F-4439-A1BA-835395B7AFF3}" destId="{A187FD06-9358-4D93-97EC-881159E09161}" srcOrd="0" destOrd="0" presId="urn:microsoft.com/office/officeart/2016/7/layout/RepeatingBendingProcessNew"/>
    <dgm:cxn modelId="{E7DD6FC4-95D5-43E7-9E7F-F44974B97B61}" type="presOf" srcId="{926880B3-E90F-4439-A1BA-835395B7AFF3}" destId="{AC4B6A6A-5908-458F-8834-1AF2DFBF66B2}" srcOrd="1" destOrd="0" presId="urn:microsoft.com/office/officeart/2016/7/layout/RepeatingBendingProcessNew"/>
    <dgm:cxn modelId="{77879DD6-8430-4B78-ADBD-AEFDD20207F0}" type="presOf" srcId="{879D200B-E5D2-49B0-8159-88184DB8F2DE}" destId="{F9D3859C-74FF-41C9-A0FD-74B53FD296F7}" srcOrd="1" destOrd="0" presId="urn:microsoft.com/office/officeart/2016/7/layout/RepeatingBendingProcessNew"/>
    <dgm:cxn modelId="{C62126DC-50D8-4784-A5CF-262424D363A9}" type="presOf" srcId="{A15C7902-F73B-41B2-B071-88ADD20FE1E5}" destId="{FF66AE9C-A3CF-4748-9D47-84B0DEF899BE}" srcOrd="0" destOrd="0" presId="urn:microsoft.com/office/officeart/2016/7/layout/RepeatingBendingProcessNew"/>
    <dgm:cxn modelId="{ED3EA7E0-002B-403C-A9D4-126232183ABE}" type="presOf" srcId="{D77D722F-2F39-4CF9-BD0D-56BB9E93A3CC}" destId="{710499CE-2BB7-43EB-9893-7A4F582ECE52}" srcOrd="1" destOrd="0" presId="urn:microsoft.com/office/officeart/2016/7/layout/RepeatingBendingProcessNew"/>
    <dgm:cxn modelId="{0D4CFBE3-1FED-4A02-8D2E-E113338405F8}" type="presOf" srcId="{879D200B-E5D2-49B0-8159-88184DB8F2DE}" destId="{C31131E3-86CB-4698-B1DF-AE5BDE159E7E}" srcOrd="0" destOrd="0" presId="urn:microsoft.com/office/officeart/2016/7/layout/RepeatingBendingProcessNew"/>
    <dgm:cxn modelId="{0BCF4CF1-D6CB-4EB5-A924-21262D84A13B}" type="presOf" srcId="{5F4AC8AF-B7AA-46A2-9975-4BBBFE9C0393}" destId="{D576B813-209F-49D5-B787-2775703C815A}" srcOrd="0" destOrd="0" presId="urn:microsoft.com/office/officeart/2016/7/layout/RepeatingBendingProcessNew"/>
    <dgm:cxn modelId="{A4BF55B2-09CE-43A5-823B-86CD75C2EE4C}" type="presParOf" srcId="{59C47BD1-A07D-4F05-BF31-D940C1DA449D}" destId="{FF66AE9C-A3CF-4748-9D47-84B0DEF899BE}" srcOrd="0" destOrd="0" presId="urn:microsoft.com/office/officeart/2016/7/layout/RepeatingBendingProcessNew"/>
    <dgm:cxn modelId="{61E7B8CB-8EB2-4BB0-9941-CFEB6D4AA0AD}" type="presParOf" srcId="{59C47BD1-A07D-4F05-BF31-D940C1DA449D}" destId="{B54C14B9-A012-463B-A5C1-7500A07D4699}" srcOrd="1" destOrd="0" presId="urn:microsoft.com/office/officeart/2016/7/layout/RepeatingBendingProcessNew"/>
    <dgm:cxn modelId="{66401892-D673-4741-9BA9-59FDD2F4B56F}" type="presParOf" srcId="{B54C14B9-A012-463B-A5C1-7500A07D4699}" destId="{1ACBFE0C-2A9D-40DF-9319-FA16A5EDA546}" srcOrd="0" destOrd="0" presId="urn:microsoft.com/office/officeart/2016/7/layout/RepeatingBendingProcessNew"/>
    <dgm:cxn modelId="{F09E7E38-59A3-40A7-8D60-9EBBD7B60862}" type="presParOf" srcId="{59C47BD1-A07D-4F05-BF31-D940C1DA449D}" destId="{D576B813-209F-49D5-B787-2775703C815A}" srcOrd="2" destOrd="0" presId="urn:microsoft.com/office/officeart/2016/7/layout/RepeatingBendingProcessNew"/>
    <dgm:cxn modelId="{D721FAC6-CED0-46BA-8454-6C99DCD36E63}" type="presParOf" srcId="{59C47BD1-A07D-4F05-BF31-D940C1DA449D}" destId="{0B7D62A7-3E3D-4138-B2BE-F759384885C7}" srcOrd="3" destOrd="0" presId="urn:microsoft.com/office/officeart/2016/7/layout/RepeatingBendingProcessNew"/>
    <dgm:cxn modelId="{D79577EE-F4DA-4D29-9F2F-5C30AECA9789}" type="presParOf" srcId="{0B7D62A7-3E3D-4138-B2BE-F759384885C7}" destId="{710499CE-2BB7-43EB-9893-7A4F582ECE52}" srcOrd="0" destOrd="0" presId="urn:microsoft.com/office/officeart/2016/7/layout/RepeatingBendingProcessNew"/>
    <dgm:cxn modelId="{EB4FF73B-9811-4150-AF7B-730C3D0790A2}" type="presParOf" srcId="{59C47BD1-A07D-4F05-BF31-D940C1DA449D}" destId="{03D25F76-2303-4ADC-A5E0-BC866D718E03}" srcOrd="4" destOrd="0" presId="urn:microsoft.com/office/officeart/2016/7/layout/RepeatingBendingProcessNew"/>
    <dgm:cxn modelId="{5690EA4B-359D-4433-89A8-D2415E7BFBE7}" type="presParOf" srcId="{59C47BD1-A07D-4F05-BF31-D940C1DA449D}" destId="{A187FD06-9358-4D93-97EC-881159E09161}" srcOrd="5" destOrd="0" presId="urn:microsoft.com/office/officeart/2016/7/layout/RepeatingBendingProcessNew"/>
    <dgm:cxn modelId="{91AAD3D2-D834-4DAE-B12D-D21304D669AB}" type="presParOf" srcId="{A187FD06-9358-4D93-97EC-881159E09161}" destId="{AC4B6A6A-5908-458F-8834-1AF2DFBF66B2}" srcOrd="0" destOrd="0" presId="urn:microsoft.com/office/officeart/2016/7/layout/RepeatingBendingProcessNew"/>
    <dgm:cxn modelId="{929440BF-3B36-4E9F-A845-4BF28315B826}" type="presParOf" srcId="{59C47BD1-A07D-4F05-BF31-D940C1DA449D}" destId="{B971241F-1685-4452-9A31-791B6D1726AC}" srcOrd="6" destOrd="0" presId="urn:microsoft.com/office/officeart/2016/7/layout/RepeatingBendingProcessNew"/>
    <dgm:cxn modelId="{1910ED66-58CD-4015-A8B6-EE7EBB804D57}" type="presParOf" srcId="{59C47BD1-A07D-4F05-BF31-D940C1DA449D}" destId="{C31131E3-86CB-4698-B1DF-AE5BDE159E7E}" srcOrd="7" destOrd="0" presId="urn:microsoft.com/office/officeart/2016/7/layout/RepeatingBendingProcessNew"/>
    <dgm:cxn modelId="{F2CBE7F2-01DC-4978-9FAE-9368D6A60977}" type="presParOf" srcId="{C31131E3-86CB-4698-B1DF-AE5BDE159E7E}" destId="{F9D3859C-74FF-41C9-A0FD-74B53FD296F7}" srcOrd="0" destOrd="0" presId="urn:microsoft.com/office/officeart/2016/7/layout/RepeatingBendingProcessNew"/>
    <dgm:cxn modelId="{992FDCD6-3628-4753-996C-44650F3555CB}" type="presParOf" srcId="{59C47BD1-A07D-4F05-BF31-D940C1DA449D}" destId="{92CC3476-867B-4AC2-89C4-07310751B56F}" srcOrd="8" destOrd="0" presId="urn:microsoft.com/office/officeart/2016/7/layout/RepeatingBendingProcessNew"/>
    <dgm:cxn modelId="{A2AED7A1-2B63-4CBD-B5F1-7709E20A23AC}" type="presParOf" srcId="{59C47BD1-A07D-4F05-BF31-D940C1DA449D}" destId="{D65F3AFF-D192-4AB0-99CC-D8FE3396B815}" srcOrd="9" destOrd="0" presId="urn:microsoft.com/office/officeart/2016/7/layout/RepeatingBendingProcessNew"/>
    <dgm:cxn modelId="{163CA5D0-E5C3-4CB7-9D42-62B60F1824E1}" type="presParOf" srcId="{D65F3AFF-D192-4AB0-99CC-D8FE3396B815}" destId="{989852A1-BA70-431C-B896-8C24AC45E63B}" srcOrd="0" destOrd="0" presId="urn:microsoft.com/office/officeart/2016/7/layout/RepeatingBendingProcessNew"/>
    <dgm:cxn modelId="{18861396-1610-4C95-9DCC-22778C383BAD}" type="presParOf" srcId="{59C47BD1-A07D-4F05-BF31-D940C1DA449D}" destId="{3A8A6F01-D00D-44AA-99E4-49EA4DEF401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E2592B-C594-4B74-B9D1-21011BF4326A}" type="doc">
      <dgm:prSet loTypeId="urn:microsoft.com/office/officeart/2018/2/layout/IconCircle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B1F654F-62BB-46DA-8DFE-7C25A3725A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Developed AI-based mock interview analysis system</a:t>
          </a:r>
        </a:p>
      </dgm:t>
    </dgm:pt>
    <dgm:pt modelId="{965D91B9-BF9B-470B-9618-9837E7CE5550}" type="parTrans" cxnId="{C7E04C29-0A9B-42FB-A62D-BA6D77723147}">
      <dgm:prSet/>
      <dgm:spPr/>
      <dgm:t>
        <a:bodyPr/>
        <a:lstStyle/>
        <a:p>
          <a:endParaRPr lang="en-US"/>
        </a:p>
      </dgm:t>
    </dgm:pt>
    <dgm:pt modelId="{7DAD7637-24EE-4467-8E8A-8D12997386CF}" type="sibTrans" cxnId="{C7E04C29-0A9B-42FB-A62D-BA6D777231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60D7AF-8934-4A01-B528-59D6A836ED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Integrated CNN emotion detection, speech recognition, and NLP</a:t>
          </a:r>
        </a:p>
      </dgm:t>
    </dgm:pt>
    <dgm:pt modelId="{05314E28-6ADC-4866-AA19-7B25FCFBE2C6}" type="parTrans" cxnId="{BDD60A9B-C6C7-4EDA-A67A-B94E0CEE1890}">
      <dgm:prSet/>
      <dgm:spPr/>
      <dgm:t>
        <a:bodyPr/>
        <a:lstStyle/>
        <a:p>
          <a:endParaRPr lang="en-US"/>
        </a:p>
      </dgm:t>
    </dgm:pt>
    <dgm:pt modelId="{2B1899D8-54A7-4AE5-93EE-A761C3DD0576}" type="sibTrans" cxnId="{BDD60A9B-C6C7-4EDA-A67A-B94E0CEE18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887EC7-53C5-4448-A5D4-1E5C133652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Automated evaluation of communication behavior</a:t>
          </a:r>
        </a:p>
      </dgm:t>
    </dgm:pt>
    <dgm:pt modelId="{452E8C8E-79A4-4C7E-B721-89502BE82527}" type="parTrans" cxnId="{3BFBB445-1B78-477B-8607-034D58096E8D}">
      <dgm:prSet/>
      <dgm:spPr/>
      <dgm:t>
        <a:bodyPr/>
        <a:lstStyle/>
        <a:p>
          <a:endParaRPr lang="en-US"/>
        </a:p>
      </dgm:t>
    </dgm:pt>
    <dgm:pt modelId="{D8848A1F-13AF-4371-914E-F95E80FD7908}" type="sibTrans" cxnId="{3BFBB445-1B78-477B-8607-034D58096E8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DC2E1D-783D-4B15-8D8C-F3D801A7E0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candidates improve interview performance</a:t>
          </a:r>
        </a:p>
      </dgm:t>
    </dgm:pt>
    <dgm:pt modelId="{3A17761D-259A-4C74-8B92-DA4F52AAAE9E}" type="parTrans" cxnId="{EAECC655-CF34-4FD0-BF59-CB068C101A83}">
      <dgm:prSet/>
      <dgm:spPr/>
      <dgm:t>
        <a:bodyPr/>
        <a:lstStyle/>
        <a:p>
          <a:endParaRPr lang="en-US"/>
        </a:p>
      </dgm:t>
    </dgm:pt>
    <dgm:pt modelId="{CC291B76-B755-4BB5-9D0E-5B78485589C4}" type="sibTrans" cxnId="{EAECC655-CF34-4FD0-BF59-CB068C101A83}">
      <dgm:prSet/>
      <dgm:spPr/>
      <dgm:t>
        <a:bodyPr/>
        <a:lstStyle/>
        <a:p>
          <a:endParaRPr lang="en-US"/>
        </a:p>
      </dgm:t>
    </dgm:pt>
    <dgm:pt modelId="{3D946A18-E5CC-4281-B0C7-49C607BBCE7D}" type="pres">
      <dgm:prSet presAssocID="{34E2592B-C594-4B74-B9D1-21011BF4326A}" presName="root" presStyleCnt="0">
        <dgm:presLayoutVars>
          <dgm:dir/>
          <dgm:resizeHandles val="exact"/>
        </dgm:presLayoutVars>
      </dgm:prSet>
      <dgm:spPr/>
    </dgm:pt>
    <dgm:pt modelId="{617B4BD3-C574-4027-A5B7-F39D1F5FE236}" type="pres">
      <dgm:prSet presAssocID="{34E2592B-C594-4B74-B9D1-21011BF4326A}" presName="container" presStyleCnt="0">
        <dgm:presLayoutVars>
          <dgm:dir/>
          <dgm:resizeHandles val="exact"/>
        </dgm:presLayoutVars>
      </dgm:prSet>
      <dgm:spPr/>
    </dgm:pt>
    <dgm:pt modelId="{561D6AFB-F79A-4107-B84F-CD5177F6F300}" type="pres">
      <dgm:prSet presAssocID="{5B1F654F-62BB-46DA-8DFE-7C25A3725AFC}" presName="compNode" presStyleCnt="0"/>
      <dgm:spPr/>
    </dgm:pt>
    <dgm:pt modelId="{CB81CC95-24F1-46B0-98BD-770A149A049F}" type="pres">
      <dgm:prSet presAssocID="{5B1F654F-62BB-46DA-8DFE-7C25A3725AFC}" presName="iconBgRect" presStyleLbl="bgShp" presStyleIdx="0" presStyleCnt="4"/>
      <dgm:spPr/>
    </dgm:pt>
    <dgm:pt modelId="{6CADEB1F-58C9-4437-8A00-CFF41638B377}" type="pres">
      <dgm:prSet presAssocID="{5B1F654F-62BB-46DA-8DFE-7C25A3725A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A0269E8-803E-457E-B95C-DFD3E4B8B9FD}" type="pres">
      <dgm:prSet presAssocID="{5B1F654F-62BB-46DA-8DFE-7C25A3725AFC}" presName="spaceRect" presStyleCnt="0"/>
      <dgm:spPr/>
    </dgm:pt>
    <dgm:pt modelId="{3C2684EF-374D-45E3-A00C-7EBADFDE3A44}" type="pres">
      <dgm:prSet presAssocID="{5B1F654F-62BB-46DA-8DFE-7C25A3725AFC}" presName="textRect" presStyleLbl="revTx" presStyleIdx="0" presStyleCnt="4">
        <dgm:presLayoutVars>
          <dgm:chMax val="1"/>
          <dgm:chPref val="1"/>
        </dgm:presLayoutVars>
      </dgm:prSet>
      <dgm:spPr/>
    </dgm:pt>
    <dgm:pt modelId="{34BB445A-1CF4-43D7-8B2E-E5C538EBD3AE}" type="pres">
      <dgm:prSet presAssocID="{7DAD7637-24EE-4467-8E8A-8D12997386CF}" presName="sibTrans" presStyleLbl="sibTrans2D1" presStyleIdx="0" presStyleCnt="0"/>
      <dgm:spPr/>
    </dgm:pt>
    <dgm:pt modelId="{8BF9A23A-801C-472A-A179-277A9E16EA28}" type="pres">
      <dgm:prSet presAssocID="{5560D7AF-8934-4A01-B528-59D6A836ED52}" presName="compNode" presStyleCnt="0"/>
      <dgm:spPr/>
    </dgm:pt>
    <dgm:pt modelId="{19A99532-1935-486B-B652-C09D2D6530EF}" type="pres">
      <dgm:prSet presAssocID="{5560D7AF-8934-4A01-B528-59D6A836ED52}" presName="iconBgRect" presStyleLbl="bgShp" presStyleIdx="1" presStyleCnt="4"/>
      <dgm:spPr/>
    </dgm:pt>
    <dgm:pt modelId="{23330249-0DEF-4E06-A763-0490007D9AFE}" type="pres">
      <dgm:prSet presAssocID="{5560D7AF-8934-4A01-B528-59D6A836ED5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FAFA7E02-545C-4D12-8304-781B11AF3C60}" type="pres">
      <dgm:prSet presAssocID="{5560D7AF-8934-4A01-B528-59D6A836ED52}" presName="spaceRect" presStyleCnt="0"/>
      <dgm:spPr/>
    </dgm:pt>
    <dgm:pt modelId="{306299E3-0A94-4189-9D3D-ED0B538E0036}" type="pres">
      <dgm:prSet presAssocID="{5560D7AF-8934-4A01-B528-59D6A836ED52}" presName="textRect" presStyleLbl="revTx" presStyleIdx="1" presStyleCnt="4">
        <dgm:presLayoutVars>
          <dgm:chMax val="1"/>
          <dgm:chPref val="1"/>
        </dgm:presLayoutVars>
      </dgm:prSet>
      <dgm:spPr/>
    </dgm:pt>
    <dgm:pt modelId="{2E90D006-84A0-478D-A685-0A7448FBE911}" type="pres">
      <dgm:prSet presAssocID="{2B1899D8-54A7-4AE5-93EE-A761C3DD0576}" presName="sibTrans" presStyleLbl="sibTrans2D1" presStyleIdx="0" presStyleCnt="0"/>
      <dgm:spPr/>
    </dgm:pt>
    <dgm:pt modelId="{794B4AB1-3F43-4225-87C2-3CCB5AAB25A0}" type="pres">
      <dgm:prSet presAssocID="{CD887EC7-53C5-4448-A5D4-1E5C13365259}" presName="compNode" presStyleCnt="0"/>
      <dgm:spPr/>
    </dgm:pt>
    <dgm:pt modelId="{8F5F13B3-7974-4CC7-AF70-4D78FF3BAD51}" type="pres">
      <dgm:prSet presAssocID="{CD887EC7-53C5-4448-A5D4-1E5C13365259}" presName="iconBgRect" presStyleLbl="bgShp" presStyleIdx="2" presStyleCnt="4"/>
      <dgm:spPr/>
    </dgm:pt>
    <dgm:pt modelId="{43175CBC-25F8-4C98-8012-4EC8296763C2}" type="pres">
      <dgm:prSet presAssocID="{CD887EC7-53C5-4448-A5D4-1E5C133652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C00BEFA3-2505-4AB6-9608-D93DB3CFC109}" type="pres">
      <dgm:prSet presAssocID="{CD887EC7-53C5-4448-A5D4-1E5C13365259}" presName="spaceRect" presStyleCnt="0"/>
      <dgm:spPr/>
    </dgm:pt>
    <dgm:pt modelId="{B780A981-4653-4361-A8CD-CBE3DB56D5AA}" type="pres">
      <dgm:prSet presAssocID="{CD887EC7-53C5-4448-A5D4-1E5C13365259}" presName="textRect" presStyleLbl="revTx" presStyleIdx="2" presStyleCnt="4">
        <dgm:presLayoutVars>
          <dgm:chMax val="1"/>
          <dgm:chPref val="1"/>
        </dgm:presLayoutVars>
      </dgm:prSet>
      <dgm:spPr/>
    </dgm:pt>
    <dgm:pt modelId="{A4714C16-7902-45BF-841B-570CAF04B57F}" type="pres">
      <dgm:prSet presAssocID="{D8848A1F-13AF-4371-914E-F95E80FD7908}" presName="sibTrans" presStyleLbl="sibTrans2D1" presStyleIdx="0" presStyleCnt="0"/>
      <dgm:spPr/>
    </dgm:pt>
    <dgm:pt modelId="{F84EB366-8ED2-45D7-BF00-F90F84A69F71}" type="pres">
      <dgm:prSet presAssocID="{92DC2E1D-783D-4B15-8D8C-F3D801A7E0BF}" presName="compNode" presStyleCnt="0"/>
      <dgm:spPr/>
    </dgm:pt>
    <dgm:pt modelId="{3F7FD8F7-319A-4598-A6C7-255882F3060D}" type="pres">
      <dgm:prSet presAssocID="{92DC2E1D-783D-4B15-8D8C-F3D801A7E0BF}" presName="iconBgRect" presStyleLbl="bgShp" presStyleIdx="3" presStyleCnt="4"/>
      <dgm:spPr/>
    </dgm:pt>
    <dgm:pt modelId="{DE83631D-4F21-4468-A6D3-F51D1FAA3E6C}" type="pres">
      <dgm:prSet presAssocID="{92DC2E1D-783D-4B15-8D8C-F3D801A7E0B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9F5EC42-86BC-45C2-8A5E-BBAB02FDC410}" type="pres">
      <dgm:prSet presAssocID="{92DC2E1D-783D-4B15-8D8C-F3D801A7E0BF}" presName="spaceRect" presStyleCnt="0"/>
      <dgm:spPr/>
    </dgm:pt>
    <dgm:pt modelId="{F565B62F-6F87-426F-91D5-41C5E6CFD0CC}" type="pres">
      <dgm:prSet presAssocID="{92DC2E1D-783D-4B15-8D8C-F3D801A7E0B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4A2E910-F3F8-4B0A-A162-E4ACE509D6FF}" type="presOf" srcId="{7DAD7637-24EE-4467-8E8A-8D12997386CF}" destId="{34BB445A-1CF4-43D7-8B2E-E5C538EBD3AE}" srcOrd="0" destOrd="0" presId="urn:microsoft.com/office/officeart/2018/2/layout/IconCircleList"/>
    <dgm:cxn modelId="{05FA5E12-EBC1-4220-9427-80AC4E245637}" type="presOf" srcId="{92DC2E1D-783D-4B15-8D8C-F3D801A7E0BF}" destId="{F565B62F-6F87-426F-91D5-41C5E6CFD0CC}" srcOrd="0" destOrd="0" presId="urn:microsoft.com/office/officeart/2018/2/layout/IconCircleList"/>
    <dgm:cxn modelId="{C7E04C29-0A9B-42FB-A62D-BA6D77723147}" srcId="{34E2592B-C594-4B74-B9D1-21011BF4326A}" destId="{5B1F654F-62BB-46DA-8DFE-7C25A3725AFC}" srcOrd="0" destOrd="0" parTransId="{965D91B9-BF9B-470B-9618-9837E7CE5550}" sibTransId="{7DAD7637-24EE-4467-8E8A-8D12997386CF}"/>
    <dgm:cxn modelId="{0972213B-37C2-4B98-B19D-C8939CEF7E43}" type="presOf" srcId="{D8848A1F-13AF-4371-914E-F95E80FD7908}" destId="{A4714C16-7902-45BF-841B-570CAF04B57F}" srcOrd="0" destOrd="0" presId="urn:microsoft.com/office/officeart/2018/2/layout/IconCircleList"/>
    <dgm:cxn modelId="{3BFBB445-1B78-477B-8607-034D58096E8D}" srcId="{34E2592B-C594-4B74-B9D1-21011BF4326A}" destId="{CD887EC7-53C5-4448-A5D4-1E5C13365259}" srcOrd="2" destOrd="0" parTransId="{452E8C8E-79A4-4C7E-B721-89502BE82527}" sibTransId="{D8848A1F-13AF-4371-914E-F95E80FD7908}"/>
    <dgm:cxn modelId="{EAECC655-CF34-4FD0-BF59-CB068C101A83}" srcId="{34E2592B-C594-4B74-B9D1-21011BF4326A}" destId="{92DC2E1D-783D-4B15-8D8C-F3D801A7E0BF}" srcOrd="3" destOrd="0" parTransId="{3A17761D-259A-4C74-8B92-DA4F52AAAE9E}" sibTransId="{CC291B76-B755-4BB5-9D0E-5B78485589C4}"/>
    <dgm:cxn modelId="{A7B5A497-FE73-49F4-82C4-5C1E43A200F0}" type="presOf" srcId="{2B1899D8-54A7-4AE5-93EE-A761C3DD0576}" destId="{2E90D006-84A0-478D-A685-0A7448FBE911}" srcOrd="0" destOrd="0" presId="urn:microsoft.com/office/officeart/2018/2/layout/IconCircleList"/>
    <dgm:cxn modelId="{BDD60A9B-C6C7-4EDA-A67A-B94E0CEE1890}" srcId="{34E2592B-C594-4B74-B9D1-21011BF4326A}" destId="{5560D7AF-8934-4A01-B528-59D6A836ED52}" srcOrd="1" destOrd="0" parTransId="{05314E28-6ADC-4866-AA19-7B25FCFBE2C6}" sibTransId="{2B1899D8-54A7-4AE5-93EE-A761C3DD0576}"/>
    <dgm:cxn modelId="{56C453AF-2E76-4517-BFFD-A43FB1E117E3}" type="presOf" srcId="{5B1F654F-62BB-46DA-8DFE-7C25A3725AFC}" destId="{3C2684EF-374D-45E3-A00C-7EBADFDE3A44}" srcOrd="0" destOrd="0" presId="urn:microsoft.com/office/officeart/2018/2/layout/IconCircleList"/>
    <dgm:cxn modelId="{D8D341B0-3F89-48CE-B8C0-77A3C0BD755D}" type="presOf" srcId="{CD887EC7-53C5-4448-A5D4-1E5C13365259}" destId="{B780A981-4653-4361-A8CD-CBE3DB56D5AA}" srcOrd="0" destOrd="0" presId="urn:microsoft.com/office/officeart/2018/2/layout/IconCircleList"/>
    <dgm:cxn modelId="{1B1BC7D2-4D7E-4699-BA18-704841B0EEF6}" type="presOf" srcId="{34E2592B-C594-4B74-B9D1-21011BF4326A}" destId="{3D946A18-E5CC-4281-B0C7-49C607BBCE7D}" srcOrd="0" destOrd="0" presId="urn:microsoft.com/office/officeart/2018/2/layout/IconCircleList"/>
    <dgm:cxn modelId="{F05A87DA-C9D4-4F5E-8455-286C7325D39A}" type="presOf" srcId="{5560D7AF-8934-4A01-B528-59D6A836ED52}" destId="{306299E3-0A94-4189-9D3D-ED0B538E0036}" srcOrd="0" destOrd="0" presId="urn:microsoft.com/office/officeart/2018/2/layout/IconCircleList"/>
    <dgm:cxn modelId="{7F132E2B-B8FF-4B1F-BFE5-FEB21D94214F}" type="presParOf" srcId="{3D946A18-E5CC-4281-B0C7-49C607BBCE7D}" destId="{617B4BD3-C574-4027-A5B7-F39D1F5FE236}" srcOrd="0" destOrd="0" presId="urn:microsoft.com/office/officeart/2018/2/layout/IconCircleList"/>
    <dgm:cxn modelId="{5FE253E8-153E-4F52-8013-51F95BD4547B}" type="presParOf" srcId="{617B4BD3-C574-4027-A5B7-F39D1F5FE236}" destId="{561D6AFB-F79A-4107-B84F-CD5177F6F300}" srcOrd="0" destOrd="0" presId="urn:microsoft.com/office/officeart/2018/2/layout/IconCircleList"/>
    <dgm:cxn modelId="{6306E691-FABA-49D7-9D2E-6E5F01BF043E}" type="presParOf" srcId="{561D6AFB-F79A-4107-B84F-CD5177F6F300}" destId="{CB81CC95-24F1-46B0-98BD-770A149A049F}" srcOrd="0" destOrd="0" presId="urn:microsoft.com/office/officeart/2018/2/layout/IconCircleList"/>
    <dgm:cxn modelId="{04DAD7C6-8CD7-42EA-948E-F54BF72EB6FC}" type="presParOf" srcId="{561D6AFB-F79A-4107-B84F-CD5177F6F300}" destId="{6CADEB1F-58C9-4437-8A00-CFF41638B377}" srcOrd="1" destOrd="0" presId="urn:microsoft.com/office/officeart/2018/2/layout/IconCircleList"/>
    <dgm:cxn modelId="{E4689582-C277-4915-B3E2-6E9B760B9597}" type="presParOf" srcId="{561D6AFB-F79A-4107-B84F-CD5177F6F300}" destId="{0A0269E8-803E-457E-B95C-DFD3E4B8B9FD}" srcOrd="2" destOrd="0" presId="urn:microsoft.com/office/officeart/2018/2/layout/IconCircleList"/>
    <dgm:cxn modelId="{ABBA69A4-7463-4D50-85F2-E1370888CDAC}" type="presParOf" srcId="{561D6AFB-F79A-4107-B84F-CD5177F6F300}" destId="{3C2684EF-374D-45E3-A00C-7EBADFDE3A44}" srcOrd="3" destOrd="0" presId="urn:microsoft.com/office/officeart/2018/2/layout/IconCircleList"/>
    <dgm:cxn modelId="{4A77F2D6-1337-4A0A-9F6E-03633C062395}" type="presParOf" srcId="{617B4BD3-C574-4027-A5B7-F39D1F5FE236}" destId="{34BB445A-1CF4-43D7-8B2E-E5C538EBD3AE}" srcOrd="1" destOrd="0" presId="urn:microsoft.com/office/officeart/2018/2/layout/IconCircleList"/>
    <dgm:cxn modelId="{41917402-7DD2-45E7-AA96-D39DDA32FBBB}" type="presParOf" srcId="{617B4BD3-C574-4027-A5B7-F39D1F5FE236}" destId="{8BF9A23A-801C-472A-A179-277A9E16EA28}" srcOrd="2" destOrd="0" presId="urn:microsoft.com/office/officeart/2018/2/layout/IconCircleList"/>
    <dgm:cxn modelId="{D5CA4486-825E-43A2-B082-59C495C24599}" type="presParOf" srcId="{8BF9A23A-801C-472A-A179-277A9E16EA28}" destId="{19A99532-1935-486B-B652-C09D2D6530EF}" srcOrd="0" destOrd="0" presId="urn:microsoft.com/office/officeart/2018/2/layout/IconCircleList"/>
    <dgm:cxn modelId="{A93B48A8-9E2E-4C2C-AA11-1612A8BD3A20}" type="presParOf" srcId="{8BF9A23A-801C-472A-A179-277A9E16EA28}" destId="{23330249-0DEF-4E06-A763-0490007D9AFE}" srcOrd="1" destOrd="0" presId="urn:microsoft.com/office/officeart/2018/2/layout/IconCircleList"/>
    <dgm:cxn modelId="{68411884-C48B-4884-937B-5CAC1AF9420D}" type="presParOf" srcId="{8BF9A23A-801C-472A-A179-277A9E16EA28}" destId="{FAFA7E02-545C-4D12-8304-781B11AF3C60}" srcOrd="2" destOrd="0" presId="urn:microsoft.com/office/officeart/2018/2/layout/IconCircleList"/>
    <dgm:cxn modelId="{45B14101-1092-48BE-B6B7-AB18AD6E0EB3}" type="presParOf" srcId="{8BF9A23A-801C-472A-A179-277A9E16EA28}" destId="{306299E3-0A94-4189-9D3D-ED0B538E0036}" srcOrd="3" destOrd="0" presId="urn:microsoft.com/office/officeart/2018/2/layout/IconCircleList"/>
    <dgm:cxn modelId="{12A49572-565F-4CA8-8245-6D3637087599}" type="presParOf" srcId="{617B4BD3-C574-4027-A5B7-F39D1F5FE236}" destId="{2E90D006-84A0-478D-A685-0A7448FBE911}" srcOrd="3" destOrd="0" presId="urn:microsoft.com/office/officeart/2018/2/layout/IconCircleList"/>
    <dgm:cxn modelId="{1C89FA0F-DA00-498D-8673-83934F983D2D}" type="presParOf" srcId="{617B4BD3-C574-4027-A5B7-F39D1F5FE236}" destId="{794B4AB1-3F43-4225-87C2-3CCB5AAB25A0}" srcOrd="4" destOrd="0" presId="urn:microsoft.com/office/officeart/2018/2/layout/IconCircleList"/>
    <dgm:cxn modelId="{646D3EFE-01A3-4E2E-A947-C4A77E5F4F3D}" type="presParOf" srcId="{794B4AB1-3F43-4225-87C2-3CCB5AAB25A0}" destId="{8F5F13B3-7974-4CC7-AF70-4D78FF3BAD51}" srcOrd="0" destOrd="0" presId="urn:microsoft.com/office/officeart/2018/2/layout/IconCircleList"/>
    <dgm:cxn modelId="{78B0E27D-1C7A-4032-837F-497DBD549776}" type="presParOf" srcId="{794B4AB1-3F43-4225-87C2-3CCB5AAB25A0}" destId="{43175CBC-25F8-4C98-8012-4EC8296763C2}" srcOrd="1" destOrd="0" presId="urn:microsoft.com/office/officeart/2018/2/layout/IconCircleList"/>
    <dgm:cxn modelId="{831F32BB-6FB6-4AE9-8524-8053785F8EEA}" type="presParOf" srcId="{794B4AB1-3F43-4225-87C2-3CCB5AAB25A0}" destId="{C00BEFA3-2505-4AB6-9608-D93DB3CFC109}" srcOrd="2" destOrd="0" presId="urn:microsoft.com/office/officeart/2018/2/layout/IconCircleList"/>
    <dgm:cxn modelId="{126BF3B9-2B2B-4D4E-883C-C13DF5361C51}" type="presParOf" srcId="{794B4AB1-3F43-4225-87C2-3CCB5AAB25A0}" destId="{B780A981-4653-4361-A8CD-CBE3DB56D5AA}" srcOrd="3" destOrd="0" presId="urn:microsoft.com/office/officeart/2018/2/layout/IconCircleList"/>
    <dgm:cxn modelId="{FC229B34-416C-4E6C-9414-C22865E45944}" type="presParOf" srcId="{617B4BD3-C574-4027-A5B7-F39D1F5FE236}" destId="{A4714C16-7902-45BF-841B-570CAF04B57F}" srcOrd="5" destOrd="0" presId="urn:microsoft.com/office/officeart/2018/2/layout/IconCircleList"/>
    <dgm:cxn modelId="{6AB80080-04B9-4C81-8291-97FDD88C9050}" type="presParOf" srcId="{617B4BD3-C574-4027-A5B7-F39D1F5FE236}" destId="{F84EB366-8ED2-45D7-BF00-F90F84A69F71}" srcOrd="6" destOrd="0" presId="urn:microsoft.com/office/officeart/2018/2/layout/IconCircleList"/>
    <dgm:cxn modelId="{BB892AEA-56F1-49DE-843C-DE1E2C8C84C7}" type="presParOf" srcId="{F84EB366-8ED2-45D7-BF00-F90F84A69F71}" destId="{3F7FD8F7-319A-4598-A6C7-255882F3060D}" srcOrd="0" destOrd="0" presId="urn:microsoft.com/office/officeart/2018/2/layout/IconCircleList"/>
    <dgm:cxn modelId="{7621D46F-0AC5-432A-839D-64D5060CDB78}" type="presParOf" srcId="{F84EB366-8ED2-45D7-BF00-F90F84A69F71}" destId="{DE83631D-4F21-4468-A6D3-F51D1FAA3E6C}" srcOrd="1" destOrd="0" presId="urn:microsoft.com/office/officeart/2018/2/layout/IconCircleList"/>
    <dgm:cxn modelId="{FF30D908-4317-4EAA-AC00-028A79C5BA05}" type="presParOf" srcId="{F84EB366-8ED2-45D7-BF00-F90F84A69F71}" destId="{D9F5EC42-86BC-45C2-8A5E-BBAB02FDC410}" srcOrd="2" destOrd="0" presId="urn:microsoft.com/office/officeart/2018/2/layout/IconCircleList"/>
    <dgm:cxn modelId="{62665539-7550-4436-9420-923FAF5AB08F}" type="presParOf" srcId="{F84EB366-8ED2-45D7-BF00-F90F84A69F71}" destId="{F565B62F-6F87-426F-91D5-41C5E6CFD0C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108FB0-4C54-496A-B46D-52CB0824CB40}" type="doc">
      <dgm:prSet loTypeId="urn:microsoft.com/office/officeart/2005/8/layout/matrix3" loCatId="matrix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04E019F-8123-471A-937F-92D4727317DF}">
      <dgm:prSet/>
      <dgm:spPr/>
      <dgm:t>
        <a:bodyPr/>
        <a:lstStyle/>
        <a:p>
          <a:r>
            <a:rPr lang="en-US"/>
            <a:t>Gesture and body language analysis</a:t>
          </a:r>
        </a:p>
      </dgm:t>
    </dgm:pt>
    <dgm:pt modelId="{F14D6503-C921-4BC9-A329-8553E0366CBB}" type="parTrans" cxnId="{D5A62C7F-2EC4-442E-97A7-A4EA0042B108}">
      <dgm:prSet/>
      <dgm:spPr/>
      <dgm:t>
        <a:bodyPr/>
        <a:lstStyle/>
        <a:p>
          <a:endParaRPr lang="en-US"/>
        </a:p>
      </dgm:t>
    </dgm:pt>
    <dgm:pt modelId="{512BD729-AA57-4762-903E-C79C4CAE2EAC}" type="sibTrans" cxnId="{D5A62C7F-2EC4-442E-97A7-A4EA0042B108}">
      <dgm:prSet/>
      <dgm:spPr/>
      <dgm:t>
        <a:bodyPr/>
        <a:lstStyle/>
        <a:p>
          <a:endParaRPr lang="en-US"/>
        </a:p>
      </dgm:t>
    </dgm:pt>
    <dgm:pt modelId="{E0473651-D99C-484A-B61F-79F1BFEFD656}">
      <dgm:prSet/>
      <dgm:spPr/>
      <dgm:t>
        <a:bodyPr/>
        <a:lstStyle/>
        <a:p>
          <a:r>
            <a:rPr lang="en-US"/>
            <a:t>Real-time interview feedback</a:t>
          </a:r>
        </a:p>
      </dgm:t>
    </dgm:pt>
    <dgm:pt modelId="{7D9462ED-865A-400B-9B04-D9B412893197}" type="parTrans" cxnId="{4698C917-4A9A-4A26-915F-FF62C8D154DA}">
      <dgm:prSet/>
      <dgm:spPr/>
      <dgm:t>
        <a:bodyPr/>
        <a:lstStyle/>
        <a:p>
          <a:endParaRPr lang="en-US"/>
        </a:p>
      </dgm:t>
    </dgm:pt>
    <dgm:pt modelId="{8BFEF0E4-C4C5-4487-9C90-FA6F1CCDB646}" type="sibTrans" cxnId="{4698C917-4A9A-4A26-915F-FF62C8D154DA}">
      <dgm:prSet/>
      <dgm:spPr/>
      <dgm:t>
        <a:bodyPr/>
        <a:lstStyle/>
        <a:p>
          <a:endParaRPr lang="en-US"/>
        </a:p>
      </dgm:t>
    </dgm:pt>
    <dgm:pt modelId="{0A533D93-3C5A-4E18-B0AD-F55333F4EAA7}">
      <dgm:prSet/>
      <dgm:spPr/>
      <dgm:t>
        <a:bodyPr/>
        <a:lstStyle/>
        <a:p>
          <a:r>
            <a:rPr lang="en-US"/>
            <a:t>AI-generated interview questions</a:t>
          </a:r>
        </a:p>
      </dgm:t>
    </dgm:pt>
    <dgm:pt modelId="{42F95960-AB64-40FA-971B-2F18A1DE9715}" type="parTrans" cxnId="{8F779E4B-A328-4916-AAF7-F8BE26166BA2}">
      <dgm:prSet/>
      <dgm:spPr/>
      <dgm:t>
        <a:bodyPr/>
        <a:lstStyle/>
        <a:p>
          <a:endParaRPr lang="en-US"/>
        </a:p>
      </dgm:t>
    </dgm:pt>
    <dgm:pt modelId="{2F42531C-7B42-47CC-B555-90E9951F63C2}" type="sibTrans" cxnId="{8F779E4B-A328-4916-AAF7-F8BE26166BA2}">
      <dgm:prSet/>
      <dgm:spPr/>
      <dgm:t>
        <a:bodyPr/>
        <a:lstStyle/>
        <a:p>
          <a:endParaRPr lang="en-US"/>
        </a:p>
      </dgm:t>
    </dgm:pt>
    <dgm:pt modelId="{5CF6C3DB-3789-42DE-9C3A-F561EDDAD5A9}">
      <dgm:prSet/>
      <dgm:spPr/>
      <dgm:t>
        <a:bodyPr/>
        <a:lstStyle/>
        <a:p>
          <a:r>
            <a:rPr lang="en-US"/>
            <a:t>Cloud-based deployment for wider access</a:t>
          </a:r>
        </a:p>
      </dgm:t>
    </dgm:pt>
    <dgm:pt modelId="{CA697D39-BBD3-4214-9EFC-0D60E0998A78}" type="parTrans" cxnId="{3B741386-405A-4FFA-B645-61F771BECBFC}">
      <dgm:prSet/>
      <dgm:spPr/>
      <dgm:t>
        <a:bodyPr/>
        <a:lstStyle/>
        <a:p>
          <a:endParaRPr lang="en-US"/>
        </a:p>
      </dgm:t>
    </dgm:pt>
    <dgm:pt modelId="{49FCE0D9-D71E-457E-9726-219896974198}" type="sibTrans" cxnId="{3B741386-405A-4FFA-B645-61F771BECBFC}">
      <dgm:prSet/>
      <dgm:spPr/>
      <dgm:t>
        <a:bodyPr/>
        <a:lstStyle/>
        <a:p>
          <a:endParaRPr lang="en-US"/>
        </a:p>
      </dgm:t>
    </dgm:pt>
    <dgm:pt modelId="{7C6AB259-5E80-4D36-87BA-5EDBFC3FA682}" type="pres">
      <dgm:prSet presAssocID="{40108FB0-4C54-496A-B46D-52CB0824CB40}" presName="matrix" presStyleCnt="0">
        <dgm:presLayoutVars>
          <dgm:chMax val="1"/>
          <dgm:dir/>
          <dgm:resizeHandles val="exact"/>
        </dgm:presLayoutVars>
      </dgm:prSet>
      <dgm:spPr/>
    </dgm:pt>
    <dgm:pt modelId="{9ADE8563-B8E7-4B6C-A90E-4701EA20A11F}" type="pres">
      <dgm:prSet presAssocID="{40108FB0-4C54-496A-B46D-52CB0824CB40}" presName="diamond" presStyleLbl="bgShp" presStyleIdx="0" presStyleCnt="1"/>
      <dgm:spPr/>
    </dgm:pt>
    <dgm:pt modelId="{AE289BD2-2721-43B5-B9A9-5DE816563B6C}" type="pres">
      <dgm:prSet presAssocID="{40108FB0-4C54-496A-B46D-52CB0824CB4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D12CBA3-E62E-497F-8B67-C3EF2D6624D7}" type="pres">
      <dgm:prSet presAssocID="{40108FB0-4C54-496A-B46D-52CB0824CB4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4014893-963D-4605-923A-55BE94E12F3F}" type="pres">
      <dgm:prSet presAssocID="{40108FB0-4C54-496A-B46D-52CB0824CB4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6530305-E5F5-4969-84C4-EF359FCDBBB2}" type="pres">
      <dgm:prSet presAssocID="{40108FB0-4C54-496A-B46D-52CB0824CB4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53B4806-6D96-4A98-93F1-61170758843B}" type="presOf" srcId="{5CF6C3DB-3789-42DE-9C3A-F561EDDAD5A9}" destId="{E6530305-E5F5-4969-84C4-EF359FCDBBB2}" srcOrd="0" destOrd="0" presId="urn:microsoft.com/office/officeart/2005/8/layout/matrix3"/>
    <dgm:cxn modelId="{4698C917-4A9A-4A26-915F-FF62C8D154DA}" srcId="{40108FB0-4C54-496A-B46D-52CB0824CB40}" destId="{E0473651-D99C-484A-B61F-79F1BFEFD656}" srcOrd="1" destOrd="0" parTransId="{7D9462ED-865A-400B-9B04-D9B412893197}" sibTransId="{8BFEF0E4-C4C5-4487-9C90-FA6F1CCDB646}"/>
    <dgm:cxn modelId="{E5D68763-5594-40DF-A1FE-A57204A4A578}" type="presOf" srcId="{0A533D93-3C5A-4E18-B0AD-F55333F4EAA7}" destId="{F4014893-963D-4605-923A-55BE94E12F3F}" srcOrd="0" destOrd="0" presId="urn:microsoft.com/office/officeart/2005/8/layout/matrix3"/>
    <dgm:cxn modelId="{8F779E4B-A328-4916-AAF7-F8BE26166BA2}" srcId="{40108FB0-4C54-496A-B46D-52CB0824CB40}" destId="{0A533D93-3C5A-4E18-B0AD-F55333F4EAA7}" srcOrd="2" destOrd="0" parTransId="{42F95960-AB64-40FA-971B-2F18A1DE9715}" sibTransId="{2F42531C-7B42-47CC-B555-90E9951F63C2}"/>
    <dgm:cxn modelId="{D5A62C7F-2EC4-442E-97A7-A4EA0042B108}" srcId="{40108FB0-4C54-496A-B46D-52CB0824CB40}" destId="{404E019F-8123-471A-937F-92D4727317DF}" srcOrd="0" destOrd="0" parTransId="{F14D6503-C921-4BC9-A329-8553E0366CBB}" sibTransId="{512BD729-AA57-4762-903E-C79C4CAE2EAC}"/>
    <dgm:cxn modelId="{0C611482-BE8F-43A7-9DF9-DACD0EB2261B}" type="presOf" srcId="{40108FB0-4C54-496A-B46D-52CB0824CB40}" destId="{7C6AB259-5E80-4D36-87BA-5EDBFC3FA682}" srcOrd="0" destOrd="0" presId="urn:microsoft.com/office/officeart/2005/8/layout/matrix3"/>
    <dgm:cxn modelId="{22D92A83-868E-4FE1-A313-C8543FA9F55E}" type="presOf" srcId="{E0473651-D99C-484A-B61F-79F1BFEFD656}" destId="{DD12CBA3-E62E-497F-8B67-C3EF2D6624D7}" srcOrd="0" destOrd="0" presId="urn:microsoft.com/office/officeart/2005/8/layout/matrix3"/>
    <dgm:cxn modelId="{3B741386-405A-4FFA-B645-61F771BECBFC}" srcId="{40108FB0-4C54-496A-B46D-52CB0824CB40}" destId="{5CF6C3DB-3789-42DE-9C3A-F561EDDAD5A9}" srcOrd="3" destOrd="0" parTransId="{CA697D39-BBD3-4214-9EFC-0D60E0998A78}" sibTransId="{49FCE0D9-D71E-457E-9726-219896974198}"/>
    <dgm:cxn modelId="{EAD6D48C-2B94-4429-AA12-9FE942E87593}" type="presOf" srcId="{404E019F-8123-471A-937F-92D4727317DF}" destId="{AE289BD2-2721-43B5-B9A9-5DE816563B6C}" srcOrd="0" destOrd="0" presId="urn:microsoft.com/office/officeart/2005/8/layout/matrix3"/>
    <dgm:cxn modelId="{8553B54F-5E19-4220-9DBD-4C95E6A00976}" type="presParOf" srcId="{7C6AB259-5E80-4D36-87BA-5EDBFC3FA682}" destId="{9ADE8563-B8E7-4B6C-A90E-4701EA20A11F}" srcOrd="0" destOrd="0" presId="urn:microsoft.com/office/officeart/2005/8/layout/matrix3"/>
    <dgm:cxn modelId="{AF9EA563-8B89-4B73-A7D6-D1561C43A240}" type="presParOf" srcId="{7C6AB259-5E80-4D36-87BA-5EDBFC3FA682}" destId="{AE289BD2-2721-43B5-B9A9-5DE816563B6C}" srcOrd="1" destOrd="0" presId="urn:microsoft.com/office/officeart/2005/8/layout/matrix3"/>
    <dgm:cxn modelId="{8CBAF5CE-34F7-4DE1-8007-E3F1A5B8BF0E}" type="presParOf" srcId="{7C6AB259-5E80-4D36-87BA-5EDBFC3FA682}" destId="{DD12CBA3-E62E-497F-8B67-C3EF2D6624D7}" srcOrd="2" destOrd="0" presId="urn:microsoft.com/office/officeart/2005/8/layout/matrix3"/>
    <dgm:cxn modelId="{4B766BC4-041E-45EC-BC58-5BE3D770F535}" type="presParOf" srcId="{7C6AB259-5E80-4D36-87BA-5EDBFC3FA682}" destId="{F4014893-963D-4605-923A-55BE94E12F3F}" srcOrd="3" destOrd="0" presId="urn:microsoft.com/office/officeart/2005/8/layout/matrix3"/>
    <dgm:cxn modelId="{C1EED315-7F33-43BC-826A-32DC08C3732F}" type="presParOf" srcId="{7C6AB259-5E80-4D36-87BA-5EDBFC3FA682}" destId="{E6530305-E5F5-4969-84C4-EF359FCDBBB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E2777-3C29-4389-9895-CB6FA5A7ADE3}">
      <dsp:nvSpPr>
        <dsp:cNvPr id="0" name=""/>
        <dsp:cNvSpPr/>
      </dsp:nvSpPr>
      <dsp:spPr>
        <a:xfrm>
          <a:off x="685825" y="895"/>
          <a:ext cx="2287722" cy="13726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Mock interviews conducted by instructors or trainers</a:t>
          </a:r>
        </a:p>
      </dsp:txBody>
      <dsp:txXfrm>
        <a:off x="726028" y="41098"/>
        <a:ext cx="2207316" cy="1292227"/>
      </dsp:txXfrm>
    </dsp:sp>
    <dsp:sp modelId="{E12BF823-90C8-4878-8713-443D9D6F46A5}">
      <dsp:nvSpPr>
        <dsp:cNvPr id="0" name=""/>
        <dsp:cNvSpPr/>
      </dsp:nvSpPr>
      <dsp:spPr>
        <a:xfrm>
          <a:off x="3174867" y="403534"/>
          <a:ext cx="484997" cy="56735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174867" y="517005"/>
        <a:ext cx="339498" cy="340413"/>
      </dsp:txXfrm>
    </dsp:sp>
    <dsp:sp modelId="{D163AD4D-664A-46FE-A0DC-2312FDF5A97A}">
      <dsp:nvSpPr>
        <dsp:cNvPr id="0" name=""/>
        <dsp:cNvSpPr/>
      </dsp:nvSpPr>
      <dsp:spPr>
        <a:xfrm>
          <a:off x="3888637" y="895"/>
          <a:ext cx="2287722" cy="13726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Manual feedback based on observation</a:t>
          </a:r>
        </a:p>
      </dsp:txBody>
      <dsp:txXfrm>
        <a:off x="3928840" y="41098"/>
        <a:ext cx="2207316" cy="1292227"/>
      </dsp:txXfrm>
    </dsp:sp>
    <dsp:sp modelId="{8512D51B-D84D-4D78-8B73-FC717B0E574F}">
      <dsp:nvSpPr>
        <dsp:cNvPr id="0" name=""/>
        <dsp:cNvSpPr/>
      </dsp:nvSpPr>
      <dsp:spPr>
        <a:xfrm>
          <a:off x="6377680" y="403534"/>
          <a:ext cx="484997" cy="56735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377680" y="517005"/>
        <a:ext cx="339498" cy="340413"/>
      </dsp:txXfrm>
    </dsp:sp>
    <dsp:sp modelId="{58398BB1-EE20-4A0A-BFC9-EEA7CF64F0F4}">
      <dsp:nvSpPr>
        <dsp:cNvPr id="0" name=""/>
        <dsp:cNvSpPr/>
      </dsp:nvSpPr>
      <dsp:spPr>
        <a:xfrm>
          <a:off x="7091449" y="895"/>
          <a:ext cx="2287722" cy="13726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Limited analysis of facial expressions and speech patterns</a:t>
          </a:r>
        </a:p>
      </dsp:txBody>
      <dsp:txXfrm>
        <a:off x="7131652" y="41098"/>
        <a:ext cx="2207316" cy="1292227"/>
      </dsp:txXfrm>
    </dsp:sp>
    <dsp:sp modelId="{E1C1FC8C-7A9D-40F5-B7D7-A150837F1BD4}">
      <dsp:nvSpPr>
        <dsp:cNvPr id="0" name=""/>
        <dsp:cNvSpPr/>
      </dsp:nvSpPr>
      <dsp:spPr>
        <a:xfrm rot="5400000">
          <a:off x="7992812" y="1533669"/>
          <a:ext cx="484997" cy="56735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8065105" y="1574848"/>
        <a:ext cx="340413" cy="339498"/>
      </dsp:txXfrm>
    </dsp:sp>
    <dsp:sp modelId="{8FFB9CEB-63C7-4996-A6F3-D943B5FA429C}">
      <dsp:nvSpPr>
        <dsp:cNvPr id="0" name=""/>
        <dsp:cNvSpPr/>
      </dsp:nvSpPr>
      <dsp:spPr>
        <a:xfrm>
          <a:off x="7091449" y="2288618"/>
          <a:ext cx="2287722" cy="13726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Evaluation may vary between evaluators</a:t>
          </a:r>
        </a:p>
      </dsp:txBody>
      <dsp:txXfrm>
        <a:off x="7131652" y="2328821"/>
        <a:ext cx="2207316" cy="1292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18854-3C1E-4A79-A4EB-DAC883EDC95D}">
      <dsp:nvSpPr>
        <dsp:cNvPr id="0" name=""/>
        <dsp:cNvSpPr/>
      </dsp:nvSpPr>
      <dsp:spPr>
        <a:xfrm>
          <a:off x="347232" y="707484"/>
          <a:ext cx="812306" cy="8123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0117E-6723-4A5E-9D97-7C94CD61157F}">
      <dsp:nvSpPr>
        <dsp:cNvPr id="0" name=""/>
        <dsp:cNvSpPr/>
      </dsp:nvSpPr>
      <dsp:spPr>
        <a:xfrm>
          <a:off x="517817" y="878069"/>
          <a:ext cx="471137" cy="4711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AEEC7-0ADF-4718-A491-842BCAF97BB4}">
      <dsp:nvSpPr>
        <dsp:cNvPr id="0" name=""/>
        <dsp:cNvSpPr/>
      </dsp:nvSpPr>
      <dsp:spPr>
        <a:xfrm>
          <a:off x="1333604" y="707484"/>
          <a:ext cx="1914721" cy="812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AI-Based Mock Interview Analyzer</a:t>
          </a:r>
        </a:p>
      </dsp:txBody>
      <dsp:txXfrm>
        <a:off x="1333604" y="707484"/>
        <a:ext cx="1914721" cy="812306"/>
      </dsp:txXfrm>
    </dsp:sp>
    <dsp:sp modelId="{CB2DE15D-42CC-4EC4-BC90-BE11BDD6B2C5}">
      <dsp:nvSpPr>
        <dsp:cNvPr id="0" name=""/>
        <dsp:cNvSpPr/>
      </dsp:nvSpPr>
      <dsp:spPr>
        <a:xfrm>
          <a:off x="3581952" y="707484"/>
          <a:ext cx="812306" cy="8123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E8F55-F486-4677-920F-DD17BBA2D86A}">
      <dsp:nvSpPr>
        <dsp:cNvPr id="0" name=""/>
        <dsp:cNvSpPr/>
      </dsp:nvSpPr>
      <dsp:spPr>
        <a:xfrm>
          <a:off x="3752536" y="878069"/>
          <a:ext cx="471137" cy="4711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E56A8-F584-4252-9BE9-CA0087007E28}">
      <dsp:nvSpPr>
        <dsp:cNvPr id="0" name=""/>
        <dsp:cNvSpPr/>
      </dsp:nvSpPr>
      <dsp:spPr>
        <a:xfrm>
          <a:off x="4568324" y="707484"/>
          <a:ext cx="1914721" cy="812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Facial emotion detection using CNN</a:t>
          </a:r>
        </a:p>
      </dsp:txBody>
      <dsp:txXfrm>
        <a:off x="4568324" y="707484"/>
        <a:ext cx="1914721" cy="812306"/>
      </dsp:txXfrm>
    </dsp:sp>
    <dsp:sp modelId="{2D3A4403-0979-460E-BD1D-D192DCCB3C01}">
      <dsp:nvSpPr>
        <dsp:cNvPr id="0" name=""/>
        <dsp:cNvSpPr/>
      </dsp:nvSpPr>
      <dsp:spPr>
        <a:xfrm>
          <a:off x="6816671" y="707484"/>
          <a:ext cx="812306" cy="8123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0E882-8512-4282-ACA8-91DE99EA87C3}">
      <dsp:nvSpPr>
        <dsp:cNvPr id="0" name=""/>
        <dsp:cNvSpPr/>
      </dsp:nvSpPr>
      <dsp:spPr>
        <a:xfrm>
          <a:off x="6987255" y="878069"/>
          <a:ext cx="471137" cy="4711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5DA90-D447-45A1-836C-F3F545CA2C44}">
      <dsp:nvSpPr>
        <dsp:cNvPr id="0" name=""/>
        <dsp:cNvSpPr/>
      </dsp:nvSpPr>
      <dsp:spPr>
        <a:xfrm>
          <a:off x="7803043" y="707484"/>
          <a:ext cx="1914721" cy="812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Speech recognition and analysis</a:t>
          </a:r>
        </a:p>
      </dsp:txBody>
      <dsp:txXfrm>
        <a:off x="7803043" y="707484"/>
        <a:ext cx="1914721" cy="812306"/>
      </dsp:txXfrm>
    </dsp:sp>
    <dsp:sp modelId="{41BFC1FE-BD3D-4351-9E3C-C8AC21BB3429}">
      <dsp:nvSpPr>
        <dsp:cNvPr id="0" name=""/>
        <dsp:cNvSpPr/>
      </dsp:nvSpPr>
      <dsp:spPr>
        <a:xfrm>
          <a:off x="347232" y="2142355"/>
          <a:ext cx="812306" cy="8123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D25E6-7196-48E6-AAA8-62BB6ED9227F}">
      <dsp:nvSpPr>
        <dsp:cNvPr id="0" name=""/>
        <dsp:cNvSpPr/>
      </dsp:nvSpPr>
      <dsp:spPr>
        <a:xfrm>
          <a:off x="517817" y="2312940"/>
          <a:ext cx="471137" cy="4711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9AF4B-E79E-4384-B3C9-32E94CADED6A}">
      <dsp:nvSpPr>
        <dsp:cNvPr id="0" name=""/>
        <dsp:cNvSpPr/>
      </dsp:nvSpPr>
      <dsp:spPr>
        <a:xfrm>
          <a:off x="1333604" y="2142355"/>
          <a:ext cx="1914721" cy="812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Natural Language Processing for response evaluation</a:t>
          </a:r>
        </a:p>
      </dsp:txBody>
      <dsp:txXfrm>
        <a:off x="1333604" y="2142355"/>
        <a:ext cx="1914721" cy="812306"/>
      </dsp:txXfrm>
    </dsp:sp>
    <dsp:sp modelId="{59174ED9-E1FD-441C-A1A4-9400D079DB95}">
      <dsp:nvSpPr>
        <dsp:cNvPr id="0" name=""/>
        <dsp:cNvSpPr/>
      </dsp:nvSpPr>
      <dsp:spPr>
        <a:xfrm>
          <a:off x="3581952" y="2142355"/>
          <a:ext cx="812306" cy="81230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7EDDC-61E2-4E34-8E61-AD0F0659AB61}">
      <dsp:nvSpPr>
        <dsp:cNvPr id="0" name=""/>
        <dsp:cNvSpPr/>
      </dsp:nvSpPr>
      <dsp:spPr>
        <a:xfrm>
          <a:off x="3752536" y="2312940"/>
          <a:ext cx="471137" cy="4711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99516-51BD-4F06-813A-221DBBEB6726}">
      <dsp:nvSpPr>
        <dsp:cNvPr id="0" name=""/>
        <dsp:cNvSpPr/>
      </dsp:nvSpPr>
      <dsp:spPr>
        <a:xfrm>
          <a:off x="4568324" y="2142355"/>
          <a:ext cx="1914721" cy="812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Dashboard showing interview performance metrics</a:t>
          </a:r>
        </a:p>
      </dsp:txBody>
      <dsp:txXfrm>
        <a:off x="4568324" y="2142355"/>
        <a:ext cx="1914721" cy="8123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30825-B7C4-4092-8547-318D51BF7041}">
      <dsp:nvSpPr>
        <dsp:cNvPr id="0" name=""/>
        <dsp:cNvSpPr/>
      </dsp:nvSpPr>
      <dsp:spPr>
        <a:xfrm>
          <a:off x="552529" y="399"/>
          <a:ext cx="842800" cy="8428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9421B-E284-4309-9D0D-5FCBC5C39AD2}">
      <dsp:nvSpPr>
        <dsp:cNvPr id="0" name=""/>
        <dsp:cNvSpPr/>
      </dsp:nvSpPr>
      <dsp:spPr>
        <a:xfrm>
          <a:off x="732142" y="180012"/>
          <a:ext cx="483574" cy="483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E3E25-820C-49A1-B1F2-E2E1EB8275B4}">
      <dsp:nvSpPr>
        <dsp:cNvPr id="0" name=""/>
        <dsp:cNvSpPr/>
      </dsp:nvSpPr>
      <dsp:spPr>
        <a:xfrm>
          <a:off x="283109" y="1105712"/>
          <a:ext cx="1381640" cy="55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baseline="0"/>
            <a:t>Interview Question Module</a:t>
          </a:r>
          <a:endParaRPr lang="en-US" sz="1100" kern="1200"/>
        </a:p>
      </dsp:txBody>
      <dsp:txXfrm>
        <a:off x="283109" y="1105712"/>
        <a:ext cx="1381640" cy="552656"/>
      </dsp:txXfrm>
    </dsp:sp>
    <dsp:sp modelId="{0758025E-09F5-4AC8-A8F1-2777901EEC75}">
      <dsp:nvSpPr>
        <dsp:cNvPr id="0" name=""/>
        <dsp:cNvSpPr/>
      </dsp:nvSpPr>
      <dsp:spPr>
        <a:xfrm>
          <a:off x="2175957" y="399"/>
          <a:ext cx="842800" cy="8428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DF45C-6CC6-4C6C-A8F6-C6FEC5EF452B}">
      <dsp:nvSpPr>
        <dsp:cNvPr id="0" name=""/>
        <dsp:cNvSpPr/>
      </dsp:nvSpPr>
      <dsp:spPr>
        <a:xfrm>
          <a:off x="2355570" y="180012"/>
          <a:ext cx="483574" cy="483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D9CDB-EC3F-4B6C-813D-7B5011970192}">
      <dsp:nvSpPr>
        <dsp:cNvPr id="0" name=""/>
        <dsp:cNvSpPr/>
      </dsp:nvSpPr>
      <dsp:spPr>
        <a:xfrm>
          <a:off x="1906537" y="1105712"/>
          <a:ext cx="1381640" cy="55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baseline="0"/>
            <a:t>Video Capture Module</a:t>
          </a:r>
          <a:endParaRPr lang="en-US" sz="1100" kern="1200"/>
        </a:p>
      </dsp:txBody>
      <dsp:txXfrm>
        <a:off x="1906537" y="1105712"/>
        <a:ext cx="1381640" cy="552656"/>
      </dsp:txXfrm>
    </dsp:sp>
    <dsp:sp modelId="{09DB991C-0410-48F5-94FA-D35B1CC47E8E}">
      <dsp:nvSpPr>
        <dsp:cNvPr id="0" name=""/>
        <dsp:cNvSpPr/>
      </dsp:nvSpPr>
      <dsp:spPr>
        <a:xfrm>
          <a:off x="3799384" y="399"/>
          <a:ext cx="842800" cy="8428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31BB5-E893-4C03-96DF-2BF9F828C116}">
      <dsp:nvSpPr>
        <dsp:cNvPr id="0" name=""/>
        <dsp:cNvSpPr/>
      </dsp:nvSpPr>
      <dsp:spPr>
        <a:xfrm>
          <a:off x="3978998" y="180012"/>
          <a:ext cx="483574" cy="4835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2501C-EAF8-4197-85BA-88C641D63B15}">
      <dsp:nvSpPr>
        <dsp:cNvPr id="0" name=""/>
        <dsp:cNvSpPr/>
      </dsp:nvSpPr>
      <dsp:spPr>
        <a:xfrm>
          <a:off x="3529964" y="1105712"/>
          <a:ext cx="1381640" cy="55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baseline="0"/>
            <a:t>Emotion Detection Module</a:t>
          </a:r>
          <a:endParaRPr lang="en-US" sz="1100" kern="1200"/>
        </a:p>
      </dsp:txBody>
      <dsp:txXfrm>
        <a:off x="3529964" y="1105712"/>
        <a:ext cx="1381640" cy="552656"/>
      </dsp:txXfrm>
    </dsp:sp>
    <dsp:sp modelId="{170E715A-7529-41E4-9F4A-759421D908BC}">
      <dsp:nvSpPr>
        <dsp:cNvPr id="0" name=""/>
        <dsp:cNvSpPr/>
      </dsp:nvSpPr>
      <dsp:spPr>
        <a:xfrm>
          <a:off x="5422812" y="399"/>
          <a:ext cx="842800" cy="8428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15DC0-529B-43F9-8E50-993061624005}">
      <dsp:nvSpPr>
        <dsp:cNvPr id="0" name=""/>
        <dsp:cNvSpPr/>
      </dsp:nvSpPr>
      <dsp:spPr>
        <a:xfrm>
          <a:off x="5602425" y="180012"/>
          <a:ext cx="483574" cy="4835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E189D-79A0-4036-A906-58FB80AE3E1D}">
      <dsp:nvSpPr>
        <dsp:cNvPr id="0" name=""/>
        <dsp:cNvSpPr/>
      </dsp:nvSpPr>
      <dsp:spPr>
        <a:xfrm>
          <a:off x="5153392" y="1105712"/>
          <a:ext cx="1381640" cy="55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baseline="0"/>
            <a:t>Speech Analysis Module</a:t>
          </a:r>
          <a:endParaRPr lang="en-US" sz="1100" kern="1200"/>
        </a:p>
      </dsp:txBody>
      <dsp:txXfrm>
        <a:off x="5153392" y="1105712"/>
        <a:ext cx="1381640" cy="552656"/>
      </dsp:txXfrm>
    </dsp:sp>
    <dsp:sp modelId="{48FC2DBC-2696-41A3-90B9-908B8268E2F4}">
      <dsp:nvSpPr>
        <dsp:cNvPr id="0" name=""/>
        <dsp:cNvSpPr/>
      </dsp:nvSpPr>
      <dsp:spPr>
        <a:xfrm>
          <a:off x="7046240" y="399"/>
          <a:ext cx="842800" cy="8428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9C756-CBA8-4BB1-858E-8CA47C70048F}">
      <dsp:nvSpPr>
        <dsp:cNvPr id="0" name=""/>
        <dsp:cNvSpPr/>
      </dsp:nvSpPr>
      <dsp:spPr>
        <a:xfrm>
          <a:off x="7225853" y="180012"/>
          <a:ext cx="483574" cy="4835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5779A-ED0A-403A-8CD9-A09399994A8D}">
      <dsp:nvSpPr>
        <dsp:cNvPr id="0" name=""/>
        <dsp:cNvSpPr/>
      </dsp:nvSpPr>
      <dsp:spPr>
        <a:xfrm>
          <a:off x="6776820" y="1105712"/>
          <a:ext cx="1381640" cy="55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baseline="0"/>
            <a:t>Natural Language Processing Module</a:t>
          </a:r>
          <a:endParaRPr lang="en-US" sz="1100" kern="1200"/>
        </a:p>
      </dsp:txBody>
      <dsp:txXfrm>
        <a:off x="6776820" y="1105712"/>
        <a:ext cx="1381640" cy="552656"/>
      </dsp:txXfrm>
    </dsp:sp>
    <dsp:sp modelId="{67A0E8BB-27AB-4C96-81FC-3B99653519E8}">
      <dsp:nvSpPr>
        <dsp:cNvPr id="0" name=""/>
        <dsp:cNvSpPr/>
      </dsp:nvSpPr>
      <dsp:spPr>
        <a:xfrm>
          <a:off x="8669667" y="399"/>
          <a:ext cx="842800" cy="8428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51DFCA-12D7-48FF-83CD-18A4682AB3C9}">
      <dsp:nvSpPr>
        <dsp:cNvPr id="0" name=""/>
        <dsp:cNvSpPr/>
      </dsp:nvSpPr>
      <dsp:spPr>
        <a:xfrm>
          <a:off x="8849281" y="180012"/>
          <a:ext cx="483574" cy="48357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5B679-AF50-47FE-87A4-668EB5C811C2}">
      <dsp:nvSpPr>
        <dsp:cNvPr id="0" name=""/>
        <dsp:cNvSpPr/>
      </dsp:nvSpPr>
      <dsp:spPr>
        <a:xfrm>
          <a:off x="8400248" y="1105712"/>
          <a:ext cx="1381640" cy="55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baseline="0"/>
            <a:t>Performance Evaluation Module</a:t>
          </a:r>
          <a:endParaRPr lang="en-US" sz="1100" kern="1200"/>
        </a:p>
      </dsp:txBody>
      <dsp:txXfrm>
        <a:off x="8400248" y="1105712"/>
        <a:ext cx="1381640" cy="552656"/>
      </dsp:txXfrm>
    </dsp:sp>
    <dsp:sp modelId="{F1C43B7C-A90F-4573-A7CE-68EFCBDA3F78}">
      <dsp:nvSpPr>
        <dsp:cNvPr id="0" name=""/>
        <dsp:cNvSpPr/>
      </dsp:nvSpPr>
      <dsp:spPr>
        <a:xfrm>
          <a:off x="4611098" y="2003778"/>
          <a:ext cx="842800" cy="8428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47219-87F6-4EBD-A80E-4E97AF638334}">
      <dsp:nvSpPr>
        <dsp:cNvPr id="0" name=""/>
        <dsp:cNvSpPr/>
      </dsp:nvSpPr>
      <dsp:spPr>
        <a:xfrm>
          <a:off x="4790711" y="2183391"/>
          <a:ext cx="483574" cy="48357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444AB-18F6-45A3-AC5B-4B5EE15EB2AF}">
      <dsp:nvSpPr>
        <dsp:cNvPr id="0" name=""/>
        <dsp:cNvSpPr/>
      </dsp:nvSpPr>
      <dsp:spPr>
        <a:xfrm>
          <a:off x="4341678" y="3109091"/>
          <a:ext cx="1381640" cy="552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baseline="0"/>
            <a:t>Dashboard Visualization Module</a:t>
          </a:r>
          <a:endParaRPr lang="en-US" sz="1100" kern="1200"/>
        </a:p>
      </dsp:txBody>
      <dsp:txXfrm>
        <a:off x="4341678" y="3109091"/>
        <a:ext cx="1381640" cy="5526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C14B9-A012-463B-A5C1-7500A07D4699}">
      <dsp:nvSpPr>
        <dsp:cNvPr id="0" name=""/>
        <dsp:cNvSpPr/>
      </dsp:nvSpPr>
      <dsp:spPr>
        <a:xfrm>
          <a:off x="3161548" y="722754"/>
          <a:ext cx="5583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310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5980" y="765529"/>
        <a:ext cx="29445" cy="5889"/>
      </dsp:txXfrm>
    </dsp:sp>
    <dsp:sp modelId="{FF66AE9C-A3CF-4748-9D47-84B0DEF899BE}">
      <dsp:nvSpPr>
        <dsp:cNvPr id="0" name=""/>
        <dsp:cNvSpPr/>
      </dsp:nvSpPr>
      <dsp:spPr>
        <a:xfrm>
          <a:off x="602867" y="329"/>
          <a:ext cx="2560480" cy="153628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466" tIns="131698" rIns="125466" bIns="13169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Interview question displayed to candidate</a:t>
          </a:r>
        </a:p>
      </dsp:txBody>
      <dsp:txXfrm>
        <a:off x="602867" y="329"/>
        <a:ext cx="2560480" cy="1536288"/>
      </dsp:txXfrm>
    </dsp:sp>
    <dsp:sp modelId="{0B7D62A7-3E3D-4138-B2BE-F759384885C7}">
      <dsp:nvSpPr>
        <dsp:cNvPr id="0" name=""/>
        <dsp:cNvSpPr/>
      </dsp:nvSpPr>
      <dsp:spPr>
        <a:xfrm>
          <a:off x="6310939" y="722754"/>
          <a:ext cx="5583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310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75371" y="765529"/>
        <a:ext cx="29445" cy="5889"/>
      </dsp:txXfrm>
    </dsp:sp>
    <dsp:sp modelId="{D576B813-209F-49D5-B787-2775703C815A}">
      <dsp:nvSpPr>
        <dsp:cNvPr id="0" name=""/>
        <dsp:cNvSpPr/>
      </dsp:nvSpPr>
      <dsp:spPr>
        <a:xfrm>
          <a:off x="3752258" y="329"/>
          <a:ext cx="2560480" cy="153628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466" tIns="131698" rIns="125466" bIns="13169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Candidate response captured via webcam and microphone</a:t>
          </a:r>
        </a:p>
      </dsp:txBody>
      <dsp:txXfrm>
        <a:off x="3752258" y="329"/>
        <a:ext cx="2560480" cy="1536288"/>
      </dsp:txXfrm>
    </dsp:sp>
    <dsp:sp modelId="{A187FD06-9358-4D93-97EC-881159E09161}">
      <dsp:nvSpPr>
        <dsp:cNvPr id="0" name=""/>
        <dsp:cNvSpPr/>
      </dsp:nvSpPr>
      <dsp:spPr>
        <a:xfrm>
          <a:off x="1883108" y="1534818"/>
          <a:ext cx="6298781" cy="558310"/>
        </a:xfrm>
        <a:custGeom>
          <a:avLst/>
          <a:gdLst/>
          <a:ahLst/>
          <a:cxnLst/>
          <a:rect l="0" t="0" r="0" b="0"/>
          <a:pathLst>
            <a:path>
              <a:moveTo>
                <a:pt x="6298781" y="0"/>
              </a:moveTo>
              <a:lnTo>
                <a:pt x="6298781" y="296255"/>
              </a:lnTo>
              <a:lnTo>
                <a:pt x="0" y="296255"/>
              </a:lnTo>
              <a:lnTo>
                <a:pt x="0" y="55831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74342" y="1811028"/>
        <a:ext cx="316312" cy="5889"/>
      </dsp:txXfrm>
    </dsp:sp>
    <dsp:sp modelId="{03D25F76-2303-4ADC-A5E0-BC866D718E03}">
      <dsp:nvSpPr>
        <dsp:cNvPr id="0" name=""/>
        <dsp:cNvSpPr/>
      </dsp:nvSpPr>
      <dsp:spPr>
        <a:xfrm>
          <a:off x="6901649" y="329"/>
          <a:ext cx="2560480" cy="153628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466" tIns="131698" rIns="125466" bIns="13169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Facial emotion detection from video frames</a:t>
          </a:r>
        </a:p>
      </dsp:txBody>
      <dsp:txXfrm>
        <a:off x="6901649" y="329"/>
        <a:ext cx="2560480" cy="1536288"/>
      </dsp:txXfrm>
    </dsp:sp>
    <dsp:sp modelId="{C31131E3-86CB-4698-B1DF-AE5BDE159E7E}">
      <dsp:nvSpPr>
        <dsp:cNvPr id="0" name=""/>
        <dsp:cNvSpPr/>
      </dsp:nvSpPr>
      <dsp:spPr>
        <a:xfrm>
          <a:off x="3161548" y="2847952"/>
          <a:ext cx="5583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310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25980" y="2890728"/>
        <a:ext cx="29445" cy="5889"/>
      </dsp:txXfrm>
    </dsp:sp>
    <dsp:sp modelId="{B971241F-1685-4452-9A31-791B6D1726AC}">
      <dsp:nvSpPr>
        <dsp:cNvPr id="0" name=""/>
        <dsp:cNvSpPr/>
      </dsp:nvSpPr>
      <dsp:spPr>
        <a:xfrm>
          <a:off x="602867" y="2125528"/>
          <a:ext cx="2560480" cy="153628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466" tIns="131698" rIns="125466" bIns="13169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Speech converted into text using Whisper</a:t>
          </a:r>
        </a:p>
      </dsp:txBody>
      <dsp:txXfrm>
        <a:off x="602867" y="2125528"/>
        <a:ext cx="2560480" cy="1536288"/>
      </dsp:txXfrm>
    </dsp:sp>
    <dsp:sp modelId="{D65F3AFF-D192-4AB0-99CC-D8FE3396B815}">
      <dsp:nvSpPr>
        <dsp:cNvPr id="0" name=""/>
        <dsp:cNvSpPr/>
      </dsp:nvSpPr>
      <dsp:spPr>
        <a:xfrm>
          <a:off x="6310939" y="2847952"/>
          <a:ext cx="5583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8310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75371" y="2890728"/>
        <a:ext cx="29445" cy="5889"/>
      </dsp:txXfrm>
    </dsp:sp>
    <dsp:sp modelId="{92CC3476-867B-4AC2-89C4-07310751B56F}">
      <dsp:nvSpPr>
        <dsp:cNvPr id="0" name=""/>
        <dsp:cNvSpPr/>
      </dsp:nvSpPr>
      <dsp:spPr>
        <a:xfrm>
          <a:off x="3752258" y="2125528"/>
          <a:ext cx="2560480" cy="153628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466" tIns="131698" rIns="125466" bIns="13169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NLP analyzes response quality</a:t>
          </a:r>
        </a:p>
      </dsp:txBody>
      <dsp:txXfrm>
        <a:off x="3752258" y="2125528"/>
        <a:ext cx="2560480" cy="1536288"/>
      </dsp:txXfrm>
    </dsp:sp>
    <dsp:sp modelId="{3A8A6F01-D00D-44AA-99E4-49EA4DEF4017}">
      <dsp:nvSpPr>
        <dsp:cNvPr id="0" name=""/>
        <dsp:cNvSpPr/>
      </dsp:nvSpPr>
      <dsp:spPr>
        <a:xfrm>
          <a:off x="6901649" y="2125528"/>
          <a:ext cx="2560480" cy="153628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466" tIns="131698" rIns="125466" bIns="13169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Performance score generated and displayed on dashboard</a:t>
          </a:r>
        </a:p>
      </dsp:txBody>
      <dsp:txXfrm>
        <a:off x="6901649" y="2125528"/>
        <a:ext cx="2560480" cy="15362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1CC95-24F1-46B0-98BD-770A149A049F}">
      <dsp:nvSpPr>
        <dsp:cNvPr id="0" name=""/>
        <dsp:cNvSpPr/>
      </dsp:nvSpPr>
      <dsp:spPr>
        <a:xfrm>
          <a:off x="135944" y="223303"/>
          <a:ext cx="1296487" cy="129648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DEB1F-58C9-4437-8A00-CFF41638B377}">
      <dsp:nvSpPr>
        <dsp:cNvPr id="0" name=""/>
        <dsp:cNvSpPr/>
      </dsp:nvSpPr>
      <dsp:spPr>
        <a:xfrm>
          <a:off x="408206" y="495566"/>
          <a:ext cx="751962" cy="751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684EF-374D-45E3-A00C-7EBADFDE3A44}">
      <dsp:nvSpPr>
        <dsp:cNvPr id="0" name=""/>
        <dsp:cNvSpPr/>
      </dsp:nvSpPr>
      <dsp:spPr>
        <a:xfrm>
          <a:off x="1710250" y="223303"/>
          <a:ext cx="3056005" cy="129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Developed AI-based mock interview analysis system</a:t>
          </a:r>
        </a:p>
      </dsp:txBody>
      <dsp:txXfrm>
        <a:off x="1710250" y="223303"/>
        <a:ext cx="3056005" cy="1296487"/>
      </dsp:txXfrm>
    </dsp:sp>
    <dsp:sp modelId="{19A99532-1935-486B-B652-C09D2D6530EF}">
      <dsp:nvSpPr>
        <dsp:cNvPr id="0" name=""/>
        <dsp:cNvSpPr/>
      </dsp:nvSpPr>
      <dsp:spPr>
        <a:xfrm>
          <a:off x="5298741" y="223303"/>
          <a:ext cx="1296487" cy="129648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30249-0DEF-4E06-A763-0490007D9AFE}">
      <dsp:nvSpPr>
        <dsp:cNvPr id="0" name=""/>
        <dsp:cNvSpPr/>
      </dsp:nvSpPr>
      <dsp:spPr>
        <a:xfrm>
          <a:off x="5571004" y="495566"/>
          <a:ext cx="751962" cy="751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299E3-0A94-4189-9D3D-ED0B538E0036}">
      <dsp:nvSpPr>
        <dsp:cNvPr id="0" name=""/>
        <dsp:cNvSpPr/>
      </dsp:nvSpPr>
      <dsp:spPr>
        <a:xfrm>
          <a:off x="6873047" y="223303"/>
          <a:ext cx="3056005" cy="129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Integrated CNN emotion detection, speech recognition, and NLP</a:t>
          </a:r>
        </a:p>
      </dsp:txBody>
      <dsp:txXfrm>
        <a:off x="6873047" y="223303"/>
        <a:ext cx="3056005" cy="1296487"/>
      </dsp:txXfrm>
    </dsp:sp>
    <dsp:sp modelId="{8F5F13B3-7974-4CC7-AF70-4D78FF3BAD51}">
      <dsp:nvSpPr>
        <dsp:cNvPr id="0" name=""/>
        <dsp:cNvSpPr/>
      </dsp:nvSpPr>
      <dsp:spPr>
        <a:xfrm>
          <a:off x="135944" y="2142355"/>
          <a:ext cx="1296487" cy="129648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75CBC-25F8-4C98-8012-4EC8296763C2}">
      <dsp:nvSpPr>
        <dsp:cNvPr id="0" name=""/>
        <dsp:cNvSpPr/>
      </dsp:nvSpPr>
      <dsp:spPr>
        <a:xfrm>
          <a:off x="408206" y="2414618"/>
          <a:ext cx="751962" cy="751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0A981-4653-4361-A8CD-CBE3DB56D5AA}">
      <dsp:nvSpPr>
        <dsp:cNvPr id="0" name=""/>
        <dsp:cNvSpPr/>
      </dsp:nvSpPr>
      <dsp:spPr>
        <a:xfrm>
          <a:off x="1710250" y="2142355"/>
          <a:ext cx="3056005" cy="129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Automated evaluation of communication behavior</a:t>
          </a:r>
        </a:p>
      </dsp:txBody>
      <dsp:txXfrm>
        <a:off x="1710250" y="2142355"/>
        <a:ext cx="3056005" cy="1296487"/>
      </dsp:txXfrm>
    </dsp:sp>
    <dsp:sp modelId="{3F7FD8F7-319A-4598-A6C7-255882F3060D}">
      <dsp:nvSpPr>
        <dsp:cNvPr id="0" name=""/>
        <dsp:cNvSpPr/>
      </dsp:nvSpPr>
      <dsp:spPr>
        <a:xfrm>
          <a:off x="5298741" y="2142355"/>
          <a:ext cx="1296487" cy="129648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3631D-4F21-4468-A6D3-F51D1FAA3E6C}">
      <dsp:nvSpPr>
        <dsp:cNvPr id="0" name=""/>
        <dsp:cNvSpPr/>
      </dsp:nvSpPr>
      <dsp:spPr>
        <a:xfrm>
          <a:off x="5571004" y="2414618"/>
          <a:ext cx="751962" cy="75196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5B62F-6F87-426F-91D5-41C5E6CFD0CC}">
      <dsp:nvSpPr>
        <dsp:cNvPr id="0" name=""/>
        <dsp:cNvSpPr/>
      </dsp:nvSpPr>
      <dsp:spPr>
        <a:xfrm>
          <a:off x="6873047" y="2142355"/>
          <a:ext cx="3056005" cy="129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Helps candidates improve interview performance</a:t>
          </a:r>
        </a:p>
      </dsp:txBody>
      <dsp:txXfrm>
        <a:off x="6873047" y="2142355"/>
        <a:ext cx="3056005" cy="12964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E8563-B8E7-4B6C-A90E-4701EA20A11F}">
      <dsp:nvSpPr>
        <dsp:cNvPr id="0" name=""/>
        <dsp:cNvSpPr/>
      </dsp:nvSpPr>
      <dsp:spPr>
        <a:xfrm>
          <a:off x="3201425" y="0"/>
          <a:ext cx="3662147" cy="3662147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89BD2-2721-43B5-B9A9-5DE816563B6C}">
      <dsp:nvSpPr>
        <dsp:cNvPr id="0" name=""/>
        <dsp:cNvSpPr/>
      </dsp:nvSpPr>
      <dsp:spPr>
        <a:xfrm>
          <a:off x="3549329" y="347903"/>
          <a:ext cx="1428237" cy="142823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Gesture and body language analysis</a:t>
          </a:r>
        </a:p>
      </dsp:txBody>
      <dsp:txXfrm>
        <a:off x="3619050" y="417624"/>
        <a:ext cx="1288795" cy="1288795"/>
      </dsp:txXfrm>
    </dsp:sp>
    <dsp:sp modelId="{DD12CBA3-E62E-497F-8B67-C3EF2D6624D7}">
      <dsp:nvSpPr>
        <dsp:cNvPr id="0" name=""/>
        <dsp:cNvSpPr/>
      </dsp:nvSpPr>
      <dsp:spPr>
        <a:xfrm>
          <a:off x="5087431" y="347903"/>
          <a:ext cx="1428237" cy="142823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Real-time interview feedback</a:t>
          </a:r>
        </a:p>
      </dsp:txBody>
      <dsp:txXfrm>
        <a:off x="5157152" y="417624"/>
        <a:ext cx="1288795" cy="1288795"/>
      </dsp:txXfrm>
    </dsp:sp>
    <dsp:sp modelId="{F4014893-963D-4605-923A-55BE94E12F3F}">
      <dsp:nvSpPr>
        <dsp:cNvPr id="0" name=""/>
        <dsp:cNvSpPr/>
      </dsp:nvSpPr>
      <dsp:spPr>
        <a:xfrm>
          <a:off x="3549329" y="1886005"/>
          <a:ext cx="1428237" cy="142823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AI-generated interview questions</a:t>
          </a:r>
        </a:p>
      </dsp:txBody>
      <dsp:txXfrm>
        <a:off x="3619050" y="1955726"/>
        <a:ext cx="1288795" cy="1288795"/>
      </dsp:txXfrm>
    </dsp:sp>
    <dsp:sp modelId="{E6530305-E5F5-4969-84C4-EF359FCDBBB2}">
      <dsp:nvSpPr>
        <dsp:cNvPr id="0" name=""/>
        <dsp:cNvSpPr/>
      </dsp:nvSpPr>
      <dsp:spPr>
        <a:xfrm>
          <a:off x="5087431" y="1886005"/>
          <a:ext cx="1428237" cy="142823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Cloud-based deployment for wider access</a:t>
          </a:r>
        </a:p>
      </dsp:txBody>
      <dsp:txXfrm>
        <a:off x="5157152" y="1955726"/>
        <a:ext cx="1288795" cy="1288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18:28:0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March 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6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March 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6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March 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7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March 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2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March 6,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13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March 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766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March 6,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8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March 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2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March 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March 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21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March 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40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March 6, 2026</a:t>
            </a:fld>
            <a:endParaRPr lang="en-US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1080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26" r:id="rId7"/>
    <p:sldLayoutId id="2147483727" r:id="rId8"/>
    <p:sldLayoutId id="2147483728" r:id="rId9"/>
    <p:sldLayoutId id="2147483735" r:id="rId10"/>
    <p:sldLayoutId id="2147483736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879" y="609601"/>
            <a:ext cx="6967181" cy="12160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/>
              <a:t>AI-Based Interview Performance Analyzer using CNN and NLP</a:t>
            </a:r>
            <a:endParaRPr lang="en-US" sz="2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0879" y="2147356"/>
            <a:ext cx="6967181" cy="41070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700" spc="50">
                <a:ea typeface="Batang"/>
              </a:rPr>
              <a:t>Mohammad </a:t>
            </a:r>
            <a:r>
              <a:rPr lang="en-US" sz="1700" spc="50" err="1">
                <a:ea typeface="Batang"/>
              </a:rPr>
              <a:t>Alquamah</a:t>
            </a:r>
            <a:r>
              <a:rPr lang="en-US" sz="1700" spc="50">
                <a:ea typeface="Batang"/>
              </a:rPr>
              <a:t> Ansari</a:t>
            </a:r>
          </a:p>
          <a:p>
            <a:pPr algn="l">
              <a:lnSpc>
                <a:spcPct val="90000"/>
              </a:lnSpc>
            </a:pPr>
            <a:r>
              <a:rPr lang="en-US" sz="1700" spc="50">
                <a:ea typeface="Batang"/>
              </a:rPr>
              <a:t>Reg No: 230377165077</a:t>
            </a:r>
          </a:p>
          <a:p>
            <a:pPr algn="l">
              <a:lnSpc>
                <a:spcPct val="90000"/>
              </a:lnSpc>
            </a:pPr>
            <a:r>
              <a:rPr lang="en-US" sz="1700" spc="50" err="1">
                <a:ea typeface="Batang"/>
              </a:rPr>
              <a:t>B.Sc</a:t>
            </a:r>
            <a:r>
              <a:rPr lang="en-US" sz="1700" spc="50">
                <a:ea typeface="Batang"/>
              </a:rPr>
              <a:t> Artificial Intelligence</a:t>
            </a:r>
          </a:p>
          <a:p>
            <a:pPr algn="l">
              <a:lnSpc>
                <a:spcPct val="90000"/>
              </a:lnSpc>
            </a:pPr>
            <a:endParaRPr lang="en-US" sz="1700" spc="50"/>
          </a:p>
          <a:p>
            <a:pPr algn="l">
              <a:lnSpc>
                <a:spcPct val="90000"/>
              </a:lnSpc>
            </a:pPr>
            <a:r>
              <a:rPr lang="en-US" sz="1700" spc="50">
                <a:ea typeface="Batang"/>
              </a:rPr>
              <a:t>Under the Guidance of</a:t>
            </a:r>
            <a:br>
              <a:rPr lang="en-US" sz="1700" spc="50"/>
            </a:br>
            <a:r>
              <a:rPr lang="en-US" sz="1700" spc="50">
                <a:ea typeface="Batang"/>
              </a:rPr>
              <a:t>Mr. K. Pavan Kumar</a:t>
            </a:r>
            <a:br>
              <a:rPr lang="en-US" sz="1700" spc="50"/>
            </a:br>
            <a:r>
              <a:rPr lang="en-US" sz="1700" spc="50">
                <a:ea typeface="Batang"/>
              </a:rPr>
              <a:t>(Tanvika Solutions Pvt. Ltd.)</a:t>
            </a:r>
          </a:p>
          <a:p>
            <a:pPr algn="l">
              <a:lnSpc>
                <a:spcPct val="90000"/>
              </a:lnSpc>
            </a:pPr>
            <a:endParaRPr lang="en-US" sz="1700" spc="50"/>
          </a:p>
          <a:p>
            <a:pPr algn="l">
              <a:lnSpc>
                <a:spcPct val="90000"/>
              </a:lnSpc>
            </a:pPr>
            <a:r>
              <a:rPr lang="en-US" sz="1700" spc="50">
                <a:ea typeface="Batang"/>
              </a:rPr>
              <a:t>Internal Guide</a:t>
            </a:r>
            <a:br>
              <a:rPr lang="en-US" sz="1700" spc="50"/>
            </a:br>
            <a:r>
              <a:rPr lang="en-US" sz="1700" spc="50">
                <a:ea typeface="Batang"/>
              </a:rPr>
              <a:t>Mr. Veera Sai Gadi</a:t>
            </a:r>
            <a:br>
              <a:rPr lang="en-US" sz="1700" spc="50">
                <a:ea typeface="Batang"/>
              </a:rPr>
            </a:br>
            <a:r>
              <a:rPr lang="en-US" sz="1700" spc="50">
                <a:ea typeface="Batang"/>
              </a:rPr>
              <a:t>Lecturer in Artificial Intelligence</a:t>
            </a:r>
            <a:endParaRPr lang="en-US" sz="1700" spc="50"/>
          </a:p>
          <a:p>
            <a:pPr algn="l">
              <a:lnSpc>
                <a:spcPct val="90000"/>
              </a:lnSpc>
            </a:pPr>
            <a:r>
              <a:rPr lang="en-US" sz="1700" spc="50">
                <a:ea typeface="Batang"/>
              </a:rPr>
              <a:t>Aditya Degree College, Kakinada</a:t>
            </a:r>
            <a:br>
              <a:rPr lang="en-US" sz="1700" spc="50"/>
            </a:br>
            <a:r>
              <a:rPr lang="en-US" sz="1700" spc="50">
                <a:ea typeface="Batang"/>
              </a:rPr>
              <a:t>(2025 – 2026)</a:t>
            </a:r>
          </a:p>
          <a:p>
            <a:pPr algn="l">
              <a:lnSpc>
                <a:spcPct val="90000"/>
              </a:lnSpc>
            </a:pPr>
            <a:endParaRPr lang="en-US" sz="1700" spc="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12C0-0F0B-E612-9316-4054F57DF5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809" r="13976"/>
          <a:stretch>
            <a:fillRect/>
          </a:stretch>
        </p:blipFill>
        <p:spPr>
          <a:xfrm>
            <a:off x="7968222" y="2"/>
            <a:ext cx="4223778" cy="6865951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819EC06-95FA-4182-A069-1FA626C7A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8EB1A4A-D79A-42CF-8F0E-83C097672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ED024-1CF6-835C-7890-655942B96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8" y="609601"/>
            <a:ext cx="10017455" cy="1216024"/>
          </a:xfrm>
        </p:spPr>
        <p:txBody>
          <a:bodyPr>
            <a:normAutofit/>
          </a:bodyPr>
          <a:lstStyle/>
          <a:p>
            <a:r>
              <a:rPr lang="en-US" b="1">
                <a:latin typeface="Bembo"/>
                <a:ea typeface="Calibri"/>
                <a:cs typeface="Calibri"/>
              </a:rPr>
              <a:t>Abstract</a:t>
            </a:r>
            <a:endParaRPr lang="en-US">
              <a:latin typeface="Bemb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823A3-3A14-0376-AC4B-7FF427F93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2435226"/>
            <a:ext cx="9880979" cy="38191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latin typeface="Bembo"/>
                <a:ea typeface="Calibri"/>
                <a:cs typeface="Calibri"/>
              </a:rPr>
              <a:t>AI-based system for analyzing interview performance</a:t>
            </a:r>
            <a:endParaRPr lang="en-US" sz="2400" dirty="0">
              <a:latin typeface="Bembo"/>
            </a:endParaRPr>
          </a:p>
          <a:p>
            <a:r>
              <a:rPr lang="en-US" sz="2400" dirty="0">
                <a:latin typeface="Bembo"/>
                <a:ea typeface="Calibri"/>
                <a:cs typeface="Calibri"/>
              </a:rPr>
              <a:t>Uses facial emotion detection, speech analysis, and NLP</a:t>
            </a:r>
            <a:endParaRPr lang="en-US" sz="2400" dirty="0">
              <a:latin typeface="Bembo"/>
            </a:endParaRPr>
          </a:p>
          <a:p>
            <a:r>
              <a:rPr lang="en-US" sz="2400" dirty="0">
                <a:latin typeface="Bembo"/>
                <a:ea typeface="Calibri"/>
                <a:cs typeface="Calibri"/>
              </a:rPr>
              <a:t>Captures candidate responses using webcam and microphone</a:t>
            </a:r>
            <a:endParaRPr lang="en-US" sz="2400" dirty="0">
              <a:latin typeface="Bembo"/>
            </a:endParaRPr>
          </a:p>
          <a:p>
            <a:r>
              <a:rPr lang="en-US" sz="2400" dirty="0">
                <a:latin typeface="Bembo"/>
                <a:ea typeface="Calibri"/>
                <a:cs typeface="Calibri"/>
              </a:rPr>
              <a:t>Generates interview performance metrics and feedback</a:t>
            </a:r>
            <a:endParaRPr lang="en-US" sz="2400" dirty="0">
              <a:latin typeface="Bembo"/>
            </a:endParaRPr>
          </a:p>
          <a:p>
            <a:r>
              <a:rPr lang="en-US" sz="2400" dirty="0">
                <a:latin typeface="Bembo"/>
                <a:ea typeface="Calibri"/>
                <a:cs typeface="Calibri"/>
              </a:rPr>
              <a:t>Helps candidates improve communication and interview skills</a:t>
            </a:r>
            <a:endParaRPr lang="en-US" sz="2400" dirty="0">
              <a:latin typeface="Bembo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7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5C685BF-E9A7-4525-ABF3-CCC2EAC37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2687005"/>
          </a:xfrm>
          <a:custGeom>
            <a:avLst/>
            <a:gdLst>
              <a:gd name="connsiteX0" fmla="*/ 12192000 w 12192000"/>
              <a:gd name="connsiteY0" fmla="*/ 0 h 2785707"/>
              <a:gd name="connsiteX1" fmla="*/ 0 w 12192000"/>
              <a:gd name="connsiteY1" fmla="*/ 0 h 2785707"/>
              <a:gd name="connsiteX2" fmla="*/ 0 w 12192000"/>
              <a:gd name="connsiteY2" fmla="*/ 591237 h 2785707"/>
              <a:gd name="connsiteX3" fmla="*/ 7462 w 12192000"/>
              <a:gd name="connsiteY3" fmla="*/ 596097 h 2785707"/>
              <a:gd name="connsiteX4" fmla="*/ 65949 w 12192000"/>
              <a:gd name="connsiteY4" fmla="*/ 623063 h 2785707"/>
              <a:gd name="connsiteX5" fmla="*/ 174040 w 12192000"/>
              <a:gd name="connsiteY5" fmla="*/ 614935 h 2785707"/>
              <a:gd name="connsiteX6" fmla="*/ 331354 w 12192000"/>
              <a:gd name="connsiteY6" fmla="*/ 605310 h 2785707"/>
              <a:gd name="connsiteX7" fmla="*/ 437701 w 12192000"/>
              <a:gd name="connsiteY7" fmla="*/ 649169 h 2785707"/>
              <a:gd name="connsiteX8" fmla="*/ 570985 w 12192000"/>
              <a:gd name="connsiteY8" fmla="*/ 634864 h 2785707"/>
              <a:gd name="connsiteX9" fmla="*/ 660488 w 12192000"/>
              <a:gd name="connsiteY9" fmla="*/ 637694 h 2785707"/>
              <a:gd name="connsiteX10" fmla="*/ 862240 w 12192000"/>
              <a:gd name="connsiteY10" fmla="*/ 647402 h 2785707"/>
              <a:gd name="connsiteX11" fmla="*/ 1055198 w 12192000"/>
              <a:gd name="connsiteY11" fmla="*/ 658414 h 2785707"/>
              <a:gd name="connsiteX12" fmla="*/ 1161490 w 12192000"/>
              <a:gd name="connsiteY12" fmla="*/ 664553 h 2785707"/>
              <a:gd name="connsiteX13" fmla="*/ 1335488 w 12192000"/>
              <a:gd name="connsiteY13" fmla="*/ 684838 h 2785707"/>
              <a:gd name="connsiteX14" fmla="*/ 1384901 w 12192000"/>
              <a:gd name="connsiteY14" fmla="*/ 684207 h 2785707"/>
              <a:gd name="connsiteX15" fmla="*/ 1414557 w 12192000"/>
              <a:gd name="connsiteY15" fmla="*/ 685540 h 2785707"/>
              <a:gd name="connsiteX16" fmla="*/ 1479073 w 12192000"/>
              <a:gd name="connsiteY16" fmla="*/ 708783 h 2785707"/>
              <a:gd name="connsiteX17" fmla="*/ 1760498 w 12192000"/>
              <a:gd name="connsiteY17" fmla="*/ 700683 h 2785707"/>
              <a:gd name="connsiteX18" fmla="*/ 1971386 w 12192000"/>
              <a:gd name="connsiteY18" fmla="*/ 726403 h 2785707"/>
              <a:gd name="connsiteX19" fmla="*/ 2050659 w 12192000"/>
              <a:gd name="connsiteY19" fmla="*/ 720928 h 2785707"/>
              <a:gd name="connsiteX20" fmla="*/ 2220475 w 12192000"/>
              <a:gd name="connsiteY20" fmla="*/ 749487 h 2785707"/>
              <a:gd name="connsiteX21" fmla="*/ 2272406 w 12192000"/>
              <a:gd name="connsiteY21" fmla="*/ 777021 h 2785707"/>
              <a:gd name="connsiteX22" fmla="*/ 2297410 w 12192000"/>
              <a:gd name="connsiteY22" fmla="*/ 791240 h 2785707"/>
              <a:gd name="connsiteX23" fmla="*/ 2377393 w 12192000"/>
              <a:gd name="connsiteY23" fmla="*/ 838529 h 2785707"/>
              <a:gd name="connsiteX24" fmla="*/ 2389325 w 12192000"/>
              <a:gd name="connsiteY24" fmla="*/ 847736 h 2785707"/>
              <a:gd name="connsiteX25" fmla="*/ 2418508 w 12192000"/>
              <a:gd name="connsiteY25" fmla="*/ 847030 h 2785707"/>
              <a:gd name="connsiteX26" fmla="*/ 2435377 w 12192000"/>
              <a:gd name="connsiteY26" fmla="*/ 837345 h 2785707"/>
              <a:gd name="connsiteX27" fmla="*/ 2439620 w 12192000"/>
              <a:gd name="connsiteY27" fmla="*/ 840860 h 2785707"/>
              <a:gd name="connsiteX28" fmla="*/ 2451797 w 12192000"/>
              <a:gd name="connsiteY28" fmla="*/ 846508 h 2785707"/>
              <a:gd name="connsiteX29" fmla="*/ 2505861 w 12192000"/>
              <a:gd name="connsiteY29" fmla="*/ 882666 h 2785707"/>
              <a:gd name="connsiteX30" fmla="*/ 2528621 w 12192000"/>
              <a:gd name="connsiteY30" fmla="*/ 883310 h 2785707"/>
              <a:gd name="connsiteX31" fmla="*/ 2615876 w 12192000"/>
              <a:gd name="connsiteY31" fmla="*/ 913568 h 2785707"/>
              <a:gd name="connsiteX32" fmla="*/ 2633076 w 12192000"/>
              <a:gd name="connsiteY32" fmla="*/ 918384 h 2785707"/>
              <a:gd name="connsiteX33" fmla="*/ 2665101 w 12192000"/>
              <a:gd name="connsiteY33" fmla="*/ 936714 h 2785707"/>
              <a:gd name="connsiteX34" fmla="*/ 2675173 w 12192000"/>
              <a:gd name="connsiteY34" fmla="*/ 938458 h 2785707"/>
              <a:gd name="connsiteX35" fmla="*/ 2707978 w 12192000"/>
              <a:gd name="connsiteY35" fmla="*/ 955182 h 2785707"/>
              <a:gd name="connsiteX36" fmla="*/ 2778669 w 12192000"/>
              <a:gd name="connsiteY36" fmla="*/ 991480 h 2785707"/>
              <a:gd name="connsiteX37" fmla="*/ 2796452 w 12192000"/>
              <a:gd name="connsiteY37" fmla="*/ 1000372 h 2785707"/>
              <a:gd name="connsiteX38" fmla="*/ 2813495 w 12192000"/>
              <a:gd name="connsiteY38" fmla="*/ 1001982 h 2785707"/>
              <a:gd name="connsiteX39" fmla="*/ 2904193 w 12192000"/>
              <a:gd name="connsiteY39" fmla="*/ 1024123 h 2785707"/>
              <a:gd name="connsiteX40" fmla="*/ 2926826 w 12192000"/>
              <a:gd name="connsiteY40" fmla="*/ 1025558 h 2785707"/>
              <a:gd name="connsiteX41" fmla="*/ 2937629 w 12192000"/>
              <a:gd name="connsiteY41" fmla="*/ 1021496 h 2785707"/>
              <a:gd name="connsiteX42" fmla="*/ 2970190 w 12192000"/>
              <a:gd name="connsiteY42" fmla="*/ 1039341 h 2785707"/>
              <a:gd name="connsiteX43" fmla="*/ 3023036 w 12192000"/>
              <a:gd name="connsiteY43" fmla="*/ 1057429 h 2785707"/>
              <a:gd name="connsiteX44" fmla="*/ 3047640 w 12192000"/>
              <a:gd name="connsiteY44" fmla="*/ 1067886 h 2785707"/>
              <a:gd name="connsiteX45" fmla="*/ 3069615 w 12192000"/>
              <a:gd name="connsiteY45" fmla="*/ 1068623 h 2785707"/>
              <a:gd name="connsiteX46" fmla="*/ 3189718 w 12192000"/>
              <a:gd name="connsiteY46" fmla="*/ 1090790 h 2785707"/>
              <a:gd name="connsiteX47" fmla="*/ 3234683 w 12192000"/>
              <a:gd name="connsiteY47" fmla="*/ 1082861 h 2785707"/>
              <a:gd name="connsiteX48" fmla="*/ 3243889 w 12192000"/>
              <a:gd name="connsiteY48" fmla="*/ 1088560 h 2785707"/>
              <a:gd name="connsiteX49" fmla="*/ 3316289 w 12192000"/>
              <a:gd name="connsiteY49" fmla="*/ 1102846 h 2785707"/>
              <a:gd name="connsiteX50" fmla="*/ 3363255 w 12192000"/>
              <a:gd name="connsiteY50" fmla="*/ 1113121 h 2785707"/>
              <a:gd name="connsiteX51" fmla="*/ 3450298 w 12192000"/>
              <a:gd name="connsiteY51" fmla="*/ 1140641 h 2785707"/>
              <a:gd name="connsiteX52" fmla="*/ 3502843 w 12192000"/>
              <a:gd name="connsiteY52" fmla="*/ 1152088 h 2785707"/>
              <a:gd name="connsiteX53" fmla="*/ 3534327 w 12192000"/>
              <a:gd name="connsiteY53" fmla="*/ 1158780 h 2785707"/>
              <a:gd name="connsiteX54" fmla="*/ 3613707 w 12192000"/>
              <a:gd name="connsiteY54" fmla="*/ 1188135 h 2785707"/>
              <a:gd name="connsiteX55" fmla="*/ 3734447 w 12192000"/>
              <a:gd name="connsiteY55" fmla="*/ 1264997 h 2785707"/>
              <a:gd name="connsiteX56" fmla="*/ 3774777 w 12192000"/>
              <a:gd name="connsiteY56" fmla="*/ 1280345 h 2785707"/>
              <a:gd name="connsiteX57" fmla="*/ 3782987 w 12192000"/>
              <a:gd name="connsiteY57" fmla="*/ 1278825 h 2785707"/>
              <a:gd name="connsiteX58" fmla="*/ 3829525 w 12192000"/>
              <a:gd name="connsiteY58" fmla="*/ 1314650 h 2785707"/>
              <a:gd name="connsiteX59" fmla="*/ 3916534 w 12192000"/>
              <a:gd name="connsiteY59" fmla="*/ 1337438 h 2785707"/>
              <a:gd name="connsiteX60" fmla="*/ 3985243 w 12192000"/>
              <a:gd name="connsiteY60" fmla="*/ 1349887 h 2785707"/>
              <a:gd name="connsiteX61" fmla="*/ 4022446 w 12192000"/>
              <a:gd name="connsiteY61" fmla="*/ 1358915 h 2785707"/>
              <a:gd name="connsiteX62" fmla="*/ 4050987 w 12192000"/>
              <a:gd name="connsiteY62" fmla="*/ 1363213 h 2785707"/>
              <a:gd name="connsiteX63" fmla="*/ 4115739 w 12192000"/>
              <a:gd name="connsiteY63" fmla="*/ 1386380 h 2785707"/>
              <a:gd name="connsiteX64" fmla="*/ 4219773 w 12192000"/>
              <a:gd name="connsiteY64" fmla="*/ 1429896 h 2785707"/>
              <a:gd name="connsiteX65" fmla="*/ 4242592 w 12192000"/>
              <a:gd name="connsiteY65" fmla="*/ 1437995 h 2785707"/>
              <a:gd name="connsiteX66" fmla="*/ 4264860 w 12192000"/>
              <a:gd name="connsiteY66" fmla="*/ 1440328 h 2785707"/>
              <a:gd name="connsiteX67" fmla="*/ 4272342 w 12192000"/>
              <a:gd name="connsiteY67" fmla="*/ 1436836 h 2785707"/>
              <a:gd name="connsiteX68" fmla="*/ 4285317 w 12192000"/>
              <a:gd name="connsiteY68" fmla="*/ 1440547 h 2785707"/>
              <a:gd name="connsiteX69" fmla="*/ 4289326 w 12192000"/>
              <a:gd name="connsiteY69" fmla="*/ 1440567 h 2785707"/>
              <a:gd name="connsiteX70" fmla="*/ 4311745 w 12192000"/>
              <a:gd name="connsiteY70" fmla="*/ 1441649 h 2785707"/>
              <a:gd name="connsiteX71" fmla="*/ 4345821 w 12192000"/>
              <a:gd name="connsiteY71" fmla="*/ 1467990 h 2785707"/>
              <a:gd name="connsiteX72" fmla="*/ 4399086 w 12192000"/>
              <a:gd name="connsiteY72" fmla="*/ 1480631 h 2785707"/>
              <a:gd name="connsiteX73" fmla="*/ 4635587 w 12192000"/>
              <a:gd name="connsiteY73" fmla="*/ 1532477 h 2785707"/>
              <a:gd name="connsiteX74" fmla="*/ 4697305 w 12192000"/>
              <a:gd name="connsiteY74" fmla="*/ 1598576 h 2785707"/>
              <a:gd name="connsiteX75" fmla="*/ 4800559 w 12192000"/>
              <a:gd name="connsiteY75" fmla="*/ 1650651 h 2785707"/>
              <a:gd name="connsiteX76" fmla="*/ 4945615 w 12192000"/>
              <a:gd name="connsiteY76" fmla="*/ 1698753 h 2785707"/>
              <a:gd name="connsiteX77" fmla="*/ 4951384 w 12192000"/>
              <a:gd name="connsiteY77" fmla="*/ 1709811 h 2785707"/>
              <a:gd name="connsiteX78" fmla="*/ 4961956 w 12192000"/>
              <a:gd name="connsiteY78" fmla="*/ 1718626 h 2785707"/>
              <a:gd name="connsiteX79" fmla="*/ 4964473 w 12192000"/>
              <a:gd name="connsiteY79" fmla="*/ 1718615 h 2785707"/>
              <a:gd name="connsiteX80" fmla="*/ 4991598 w 12192000"/>
              <a:gd name="connsiteY80" fmla="*/ 1734829 h 2785707"/>
              <a:gd name="connsiteX81" fmla="*/ 5009548 w 12192000"/>
              <a:gd name="connsiteY81" fmla="*/ 1747489 h 2785707"/>
              <a:gd name="connsiteX82" fmla="*/ 5014839 w 12192000"/>
              <a:gd name="connsiteY82" fmla="*/ 1748130 h 2785707"/>
              <a:gd name="connsiteX83" fmla="*/ 5058738 w 12192000"/>
              <a:gd name="connsiteY83" fmla="*/ 1764982 h 2785707"/>
              <a:gd name="connsiteX84" fmla="*/ 5080507 w 12192000"/>
              <a:gd name="connsiteY84" fmla="*/ 1768847 h 2785707"/>
              <a:gd name="connsiteX85" fmla="*/ 5142055 w 12192000"/>
              <a:gd name="connsiteY85" fmla="*/ 1767607 h 2785707"/>
              <a:gd name="connsiteX86" fmla="*/ 5173522 w 12192000"/>
              <a:gd name="connsiteY86" fmla="*/ 1784620 h 2785707"/>
              <a:gd name="connsiteX87" fmla="*/ 5180367 w 12192000"/>
              <a:gd name="connsiteY87" fmla="*/ 1787604 h 2785707"/>
              <a:gd name="connsiteX88" fmla="*/ 5180716 w 12192000"/>
              <a:gd name="connsiteY88" fmla="*/ 1787481 h 2785707"/>
              <a:gd name="connsiteX89" fmla="*/ 5188363 w 12192000"/>
              <a:gd name="connsiteY89" fmla="*/ 1790269 h 2785707"/>
              <a:gd name="connsiteX90" fmla="*/ 5192852 w 12192000"/>
              <a:gd name="connsiteY90" fmla="*/ 1793043 h 2785707"/>
              <a:gd name="connsiteX91" fmla="*/ 5272230 w 12192000"/>
              <a:gd name="connsiteY91" fmla="*/ 1791348 h 2785707"/>
              <a:gd name="connsiteX92" fmla="*/ 5376484 w 12192000"/>
              <a:gd name="connsiteY92" fmla="*/ 1805756 h 2785707"/>
              <a:gd name="connsiteX93" fmla="*/ 5478926 w 12192000"/>
              <a:gd name="connsiteY93" fmla="*/ 1822858 h 2785707"/>
              <a:gd name="connsiteX94" fmla="*/ 5515632 w 12192000"/>
              <a:gd name="connsiteY94" fmla="*/ 1830425 h 2785707"/>
              <a:gd name="connsiteX95" fmla="*/ 5582742 w 12192000"/>
              <a:gd name="connsiteY95" fmla="*/ 1837848 h 2785707"/>
              <a:gd name="connsiteX96" fmla="*/ 5615731 w 12192000"/>
              <a:gd name="connsiteY96" fmla="*/ 1838115 h 2785707"/>
              <a:gd name="connsiteX97" fmla="*/ 5619149 w 12192000"/>
              <a:gd name="connsiteY97" fmla="*/ 1835988 h 2785707"/>
              <a:gd name="connsiteX98" fmla="*/ 5625050 w 12192000"/>
              <a:gd name="connsiteY98" fmla="*/ 1835832 h 2785707"/>
              <a:gd name="connsiteX99" fmla="*/ 5640026 w 12192000"/>
              <a:gd name="connsiteY99" fmla="*/ 1839536 h 2785707"/>
              <a:gd name="connsiteX100" fmla="*/ 5645469 w 12192000"/>
              <a:gd name="connsiteY100" fmla="*/ 1841610 h 2785707"/>
              <a:gd name="connsiteX101" fmla="*/ 5653837 w 12192000"/>
              <a:gd name="connsiteY101" fmla="*/ 1843194 h 2785707"/>
              <a:gd name="connsiteX102" fmla="*/ 5654101 w 12192000"/>
              <a:gd name="connsiteY102" fmla="*/ 1843017 h 2785707"/>
              <a:gd name="connsiteX103" fmla="*/ 5661820 w 12192000"/>
              <a:gd name="connsiteY103" fmla="*/ 1844927 h 2785707"/>
              <a:gd name="connsiteX104" fmla="*/ 5698828 w 12192000"/>
              <a:gd name="connsiteY104" fmla="*/ 1857009 h 2785707"/>
              <a:gd name="connsiteX105" fmla="*/ 5755153 w 12192000"/>
              <a:gd name="connsiteY105" fmla="*/ 1846051 h 2785707"/>
              <a:gd name="connsiteX106" fmla="*/ 5777080 w 12192000"/>
              <a:gd name="connsiteY106" fmla="*/ 1846484 h 2785707"/>
              <a:gd name="connsiteX107" fmla="*/ 5790062 w 12192000"/>
              <a:gd name="connsiteY107" fmla="*/ 1844754 h 2785707"/>
              <a:gd name="connsiteX108" fmla="*/ 5888138 w 12192000"/>
              <a:gd name="connsiteY108" fmla="*/ 1877663 h 2785707"/>
              <a:gd name="connsiteX109" fmla="*/ 5902013 w 12192000"/>
              <a:gd name="connsiteY109" fmla="*/ 1884827 h 2785707"/>
              <a:gd name="connsiteX110" fmla="*/ 5912492 w 12192000"/>
              <a:gd name="connsiteY110" fmla="*/ 1894998 h 2785707"/>
              <a:gd name="connsiteX111" fmla="*/ 6068995 w 12192000"/>
              <a:gd name="connsiteY111" fmla="*/ 1920302 h 2785707"/>
              <a:gd name="connsiteX112" fmla="*/ 6283598 w 12192000"/>
              <a:gd name="connsiteY112" fmla="*/ 1991295 h 2785707"/>
              <a:gd name="connsiteX113" fmla="*/ 6378390 w 12192000"/>
              <a:gd name="connsiteY113" fmla="*/ 1991561 h 2785707"/>
              <a:gd name="connsiteX114" fmla="*/ 6519309 w 12192000"/>
              <a:gd name="connsiteY114" fmla="*/ 2027309 h 2785707"/>
              <a:gd name="connsiteX115" fmla="*/ 6643152 w 12192000"/>
              <a:gd name="connsiteY115" fmla="*/ 2049516 h 2785707"/>
              <a:gd name="connsiteX116" fmla="*/ 6656875 w 12192000"/>
              <a:gd name="connsiteY116" fmla="*/ 2051188 h 2785707"/>
              <a:gd name="connsiteX117" fmla="*/ 6662165 w 12192000"/>
              <a:gd name="connsiteY117" fmla="*/ 2046505 h 2785707"/>
              <a:gd name="connsiteX118" fmla="*/ 6708706 w 12192000"/>
              <a:gd name="connsiteY118" fmla="*/ 2049842 h 2785707"/>
              <a:gd name="connsiteX119" fmla="*/ 6797201 w 12192000"/>
              <a:gd name="connsiteY119" fmla="*/ 2065320 h 2785707"/>
              <a:gd name="connsiteX120" fmla="*/ 6810764 w 12192000"/>
              <a:gd name="connsiteY120" fmla="*/ 2071002 h 2785707"/>
              <a:gd name="connsiteX121" fmla="*/ 6901101 w 12192000"/>
              <a:gd name="connsiteY121" fmla="*/ 2082052 h 2785707"/>
              <a:gd name="connsiteX122" fmla="*/ 6962781 w 12192000"/>
              <a:gd name="connsiteY122" fmla="*/ 2092999 h 2785707"/>
              <a:gd name="connsiteX123" fmla="*/ 6975881 w 12192000"/>
              <a:gd name="connsiteY123" fmla="*/ 2098520 h 2785707"/>
              <a:gd name="connsiteX124" fmla="*/ 6991402 w 12192000"/>
              <a:gd name="connsiteY124" fmla="*/ 2094572 h 2785707"/>
              <a:gd name="connsiteX125" fmla="*/ 6996085 w 12192000"/>
              <a:gd name="connsiteY125" fmla="*/ 2090397 h 2785707"/>
              <a:gd name="connsiteX126" fmla="*/ 7045119 w 12192000"/>
              <a:gd name="connsiteY126" fmla="*/ 2100367 h 2785707"/>
              <a:gd name="connsiteX127" fmla="*/ 7051064 w 12192000"/>
              <a:gd name="connsiteY127" fmla="*/ 2100779 h 2785707"/>
              <a:gd name="connsiteX128" fmla="*/ 7092123 w 12192000"/>
              <a:gd name="connsiteY128" fmla="*/ 2100750 h 2785707"/>
              <a:gd name="connsiteX129" fmla="*/ 7153291 w 12192000"/>
              <a:gd name="connsiteY129" fmla="*/ 2096258 h 2785707"/>
              <a:gd name="connsiteX130" fmla="*/ 7216946 w 12192000"/>
              <a:gd name="connsiteY130" fmla="*/ 2083586 h 2785707"/>
              <a:gd name="connsiteX131" fmla="*/ 7253640 w 12192000"/>
              <a:gd name="connsiteY131" fmla="*/ 2078754 h 2785707"/>
              <a:gd name="connsiteX132" fmla="*/ 7279228 w 12192000"/>
              <a:gd name="connsiteY132" fmla="*/ 2072719 h 2785707"/>
              <a:gd name="connsiteX133" fmla="*/ 7350342 w 12192000"/>
              <a:gd name="connsiteY133" fmla="*/ 2070909 h 2785707"/>
              <a:gd name="connsiteX134" fmla="*/ 7470724 w 12192000"/>
              <a:gd name="connsiteY134" fmla="*/ 2073574 h 2785707"/>
              <a:gd name="connsiteX135" fmla="*/ 7514696 w 12192000"/>
              <a:gd name="connsiteY135" fmla="*/ 2067266 h 2785707"/>
              <a:gd name="connsiteX136" fmla="*/ 7516909 w 12192000"/>
              <a:gd name="connsiteY136" fmla="*/ 2061590 h 2785707"/>
              <a:gd name="connsiteX137" fmla="*/ 7530255 w 12192000"/>
              <a:gd name="connsiteY137" fmla="*/ 2060403 h 2785707"/>
              <a:gd name="connsiteX138" fmla="*/ 7533279 w 12192000"/>
              <a:gd name="connsiteY138" fmla="*/ 2059039 h 2785707"/>
              <a:gd name="connsiteX139" fmla="*/ 7551151 w 12192000"/>
              <a:gd name="connsiteY139" fmla="*/ 2052267 h 2785707"/>
              <a:gd name="connsiteX140" fmla="*/ 7602338 w 12192000"/>
              <a:gd name="connsiteY140" fmla="*/ 2063846 h 2785707"/>
              <a:gd name="connsiteX141" fmla="*/ 7625892 w 12192000"/>
              <a:gd name="connsiteY141" fmla="*/ 2064714 h 2785707"/>
              <a:gd name="connsiteX142" fmla="*/ 7648322 w 12192000"/>
              <a:gd name="connsiteY142" fmla="*/ 2072757 h 2785707"/>
              <a:gd name="connsiteX143" fmla="*/ 7660138 w 12192000"/>
              <a:gd name="connsiteY143" fmla="*/ 2081487 h 2785707"/>
              <a:gd name="connsiteX144" fmla="*/ 7701887 w 12192000"/>
              <a:gd name="connsiteY144" fmla="*/ 2097255 h 2785707"/>
              <a:gd name="connsiteX145" fmla="*/ 7701887 w 12192000"/>
              <a:gd name="connsiteY145" fmla="*/ 2081564 h 2785707"/>
              <a:gd name="connsiteX146" fmla="*/ 7781603 w 12192000"/>
              <a:gd name="connsiteY146" fmla="*/ 2105597 h 2785707"/>
              <a:gd name="connsiteX147" fmla="*/ 7840532 w 12192000"/>
              <a:gd name="connsiteY147" fmla="*/ 2126887 h 2785707"/>
              <a:gd name="connsiteX148" fmla="*/ 7852490 w 12192000"/>
              <a:gd name="connsiteY148" fmla="*/ 2134555 h 2785707"/>
              <a:gd name="connsiteX149" fmla="*/ 7868492 w 12192000"/>
              <a:gd name="connsiteY149" fmla="*/ 2133321 h 2785707"/>
              <a:gd name="connsiteX150" fmla="*/ 7873842 w 12192000"/>
              <a:gd name="connsiteY150" fmla="*/ 2130014 h 2785707"/>
              <a:gd name="connsiteX151" fmla="*/ 7920468 w 12192000"/>
              <a:gd name="connsiteY151" fmla="*/ 2148187 h 2785707"/>
              <a:gd name="connsiteX152" fmla="*/ 7926263 w 12192000"/>
              <a:gd name="connsiteY152" fmla="*/ 2149606 h 2785707"/>
              <a:gd name="connsiteX153" fmla="*/ 7966770 w 12192000"/>
              <a:gd name="connsiteY153" fmla="*/ 2156585 h 2785707"/>
              <a:gd name="connsiteX154" fmla="*/ 8092911 w 12192000"/>
              <a:gd name="connsiteY154" fmla="*/ 2161008 h 2785707"/>
              <a:gd name="connsiteX155" fmla="*/ 8129956 w 12192000"/>
              <a:gd name="connsiteY155" fmla="*/ 2162518 h 2785707"/>
              <a:gd name="connsiteX156" fmla="*/ 8156253 w 12192000"/>
              <a:gd name="connsiteY156" fmla="*/ 2160951 h 2785707"/>
              <a:gd name="connsiteX157" fmla="*/ 8226723 w 12192000"/>
              <a:gd name="connsiteY157" fmla="*/ 2171307 h 2785707"/>
              <a:gd name="connsiteX158" fmla="*/ 8345013 w 12192000"/>
              <a:gd name="connsiteY158" fmla="*/ 2194472 h 2785707"/>
              <a:gd name="connsiteX159" fmla="*/ 8389494 w 12192000"/>
              <a:gd name="connsiteY159" fmla="*/ 2195774 h 2785707"/>
              <a:gd name="connsiteX160" fmla="*/ 8392672 w 12192000"/>
              <a:gd name="connsiteY160" fmla="*/ 2190570 h 2785707"/>
              <a:gd name="connsiteX161" fmla="*/ 8406045 w 12192000"/>
              <a:gd name="connsiteY161" fmla="*/ 2191681 h 2785707"/>
              <a:gd name="connsiteX162" fmla="*/ 8409264 w 12192000"/>
              <a:gd name="connsiteY162" fmla="*/ 2190855 h 2785707"/>
              <a:gd name="connsiteX163" fmla="*/ 8428080 w 12192000"/>
              <a:gd name="connsiteY163" fmla="*/ 2187244 h 2785707"/>
              <a:gd name="connsiteX164" fmla="*/ 8476550 w 12192000"/>
              <a:gd name="connsiteY164" fmla="*/ 2207369 h 2785707"/>
              <a:gd name="connsiteX165" fmla="*/ 8588757 w 12192000"/>
              <a:gd name="connsiteY165" fmla="*/ 2225395 h 2785707"/>
              <a:gd name="connsiteX166" fmla="*/ 8749518 w 12192000"/>
              <a:gd name="connsiteY166" fmla="*/ 2245011 h 2785707"/>
              <a:gd name="connsiteX167" fmla="*/ 8874315 w 12192000"/>
              <a:gd name="connsiteY167" fmla="*/ 2266877 h 2785707"/>
              <a:gd name="connsiteX168" fmla="*/ 9029190 w 12192000"/>
              <a:gd name="connsiteY168" fmla="*/ 2309251 h 2785707"/>
              <a:gd name="connsiteX169" fmla="*/ 9142331 w 12192000"/>
              <a:gd name="connsiteY169" fmla="*/ 2320064 h 2785707"/>
              <a:gd name="connsiteX170" fmla="*/ 9155844 w 12192000"/>
              <a:gd name="connsiteY170" fmla="*/ 2330314 h 2785707"/>
              <a:gd name="connsiteX171" fmla="*/ 9171403 w 12192000"/>
              <a:gd name="connsiteY171" fmla="*/ 2337223 h 2785707"/>
              <a:gd name="connsiteX172" fmla="*/ 9173407 w 12192000"/>
              <a:gd name="connsiteY172" fmla="*/ 2336681 h 2785707"/>
              <a:gd name="connsiteX173" fmla="*/ 9208166 w 12192000"/>
              <a:gd name="connsiteY173" fmla="*/ 2347769 h 2785707"/>
              <a:gd name="connsiteX174" fmla="*/ 9274752 w 12192000"/>
              <a:gd name="connsiteY174" fmla="*/ 2367321 h 2785707"/>
              <a:gd name="connsiteX175" fmla="*/ 9275339 w 12192000"/>
              <a:gd name="connsiteY175" fmla="*/ 2366424 h 2785707"/>
              <a:gd name="connsiteX176" fmla="*/ 9286171 w 12192000"/>
              <a:gd name="connsiteY176" fmla="*/ 2364868 h 2785707"/>
              <a:gd name="connsiteX177" fmla="*/ 9306706 w 12192000"/>
              <a:gd name="connsiteY177" fmla="*/ 2364279 h 2785707"/>
              <a:gd name="connsiteX178" fmla="*/ 9354964 w 12192000"/>
              <a:gd name="connsiteY178" fmla="*/ 2350000 h 2785707"/>
              <a:gd name="connsiteX179" fmla="*/ 9393840 w 12192000"/>
              <a:gd name="connsiteY179" fmla="*/ 2360999 h 2785707"/>
              <a:gd name="connsiteX180" fmla="*/ 9401723 w 12192000"/>
              <a:gd name="connsiteY180" fmla="*/ 2362648 h 2785707"/>
              <a:gd name="connsiteX181" fmla="*/ 9401904 w 12192000"/>
              <a:gd name="connsiteY181" fmla="*/ 2362449 h 2785707"/>
              <a:gd name="connsiteX182" fmla="*/ 9410265 w 12192000"/>
              <a:gd name="connsiteY182" fmla="*/ 2363724 h 2785707"/>
              <a:gd name="connsiteX183" fmla="*/ 9431384 w 12192000"/>
              <a:gd name="connsiteY183" fmla="*/ 2368857 h 2785707"/>
              <a:gd name="connsiteX184" fmla="*/ 9436806 w 12192000"/>
              <a:gd name="connsiteY184" fmla="*/ 2368409 h 2785707"/>
              <a:gd name="connsiteX185" fmla="*/ 9469943 w 12192000"/>
              <a:gd name="connsiteY185" fmla="*/ 2364702 h 2785707"/>
              <a:gd name="connsiteX186" fmla="*/ 9571973 w 12192000"/>
              <a:gd name="connsiteY186" fmla="*/ 2375579 h 2785707"/>
              <a:gd name="connsiteX187" fmla="*/ 9673508 w 12192000"/>
              <a:gd name="connsiteY187" fmla="*/ 2388756 h 2785707"/>
              <a:gd name="connsiteX188" fmla="*/ 9775728 w 12192000"/>
              <a:gd name="connsiteY188" fmla="*/ 2398997 h 2785707"/>
              <a:gd name="connsiteX189" fmla="*/ 9828502 w 12192000"/>
              <a:gd name="connsiteY189" fmla="*/ 2387377 h 2785707"/>
              <a:gd name="connsiteX190" fmla="*/ 9834358 w 12192000"/>
              <a:gd name="connsiteY190" fmla="*/ 2387922 h 2785707"/>
              <a:gd name="connsiteX191" fmla="*/ 9848851 w 12192000"/>
              <a:gd name="connsiteY191" fmla="*/ 2393407 h 2785707"/>
              <a:gd name="connsiteX192" fmla="*/ 9854053 w 12192000"/>
              <a:gd name="connsiteY192" fmla="*/ 2396127 h 2785707"/>
              <a:gd name="connsiteX193" fmla="*/ 9862192 w 12192000"/>
              <a:gd name="connsiteY193" fmla="*/ 2398707 h 2785707"/>
              <a:gd name="connsiteX194" fmla="*/ 9862471 w 12192000"/>
              <a:gd name="connsiteY194" fmla="*/ 2398561 h 2785707"/>
              <a:gd name="connsiteX195" fmla="*/ 9905498 w 12192000"/>
              <a:gd name="connsiteY195" fmla="*/ 2417867 h 2785707"/>
              <a:gd name="connsiteX196" fmla="*/ 9962223 w 12192000"/>
              <a:gd name="connsiteY196" fmla="*/ 2413612 h 2785707"/>
              <a:gd name="connsiteX197" fmla="*/ 9983885 w 12192000"/>
              <a:gd name="connsiteY197" fmla="*/ 2416653 h 2785707"/>
              <a:gd name="connsiteX198" fmla="*/ 9995871 w 12192000"/>
              <a:gd name="connsiteY198" fmla="*/ 2417158 h 2785707"/>
              <a:gd name="connsiteX199" fmla="*/ 10030934 w 12192000"/>
              <a:gd name="connsiteY199" fmla="*/ 2432369 h 2785707"/>
              <a:gd name="connsiteX200" fmla="*/ 10036087 w 12192000"/>
              <a:gd name="connsiteY200" fmla="*/ 2432793 h 2785707"/>
              <a:gd name="connsiteX201" fmla="*/ 10057471 w 12192000"/>
              <a:gd name="connsiteY201" fmla="*/ 2445317 h 2785707"/>
              <a:gd name="connsiteX202" fmla="*/ 10088697 w 12192000"/>
              <a:gd name="connsiteY202" fmla="*/ 2461159 h 2785707"/>
              <a:gd name="connsiteX203" fmla="*/ 10091030 w 12192000"/>
              <a:gd name="connsiteY203" fmla="*/ 2461029 h 2785707"/>
              <a:gd name="connsiteX204" fmla="*/ 10104127 w 12192000"/>
              <a:gd name="connsiteY204" fmla="*/ 2469841 h 2785707"/>
              <a:gd name="connsiteX205" fmla="*/ 10169163 w 12192000"/>
              <a:gd name="connsiteY205" fmla="*/ 2492519 h 2785707"/>
              <a:gd name="connsiteX206" fmla="*/ 10266247 w 12192000"/>
              <a:gd name="connsiteY206" fmla="*/ 2525164 h 2785707"/>
              <a:gd name="connsiteX207" fmla="*/ 10383588 w 12192000"/>
              <a:gd name="connsiteY207" fmla="*/ 2556604 h 2785707"/>
              <a:gd name="connsiteX208" fmla="*/ 10502276 w 12192000"/>
              <a:gd name="connsiteY208" fmla="*/ 2611346 h 2785707"/>
              <a:gd name="connsiteX209" fmla="*/ 10702436 w 12192000"/>
              <a:gd name="connsiteY209" fmla="*/ 2685688 h 2785707"/>
              <a:gd name="connsiteX210" fmla="*/ 10738338 w 12192000"/>
              <a:gd name="connsiteY210" fmla="*/ 2690143 h 2785707"/>
              <a:gd name="connsiteX211" fmla="*/ 10738410 w 12192000"/>
              <a:gd name="connsiteY211" fmla="*/ 2690169 h 2785707"/>
              <a:gd name="connsiteX212" fmla="*/ 10828361 w 12192000"/>
              <a:gd name="connsiteY212" fmla="*/ 2695982 h 2785707"/>
              <a:gd name="connsiteX213" fmla="*/ 10850642 w 12192000"/>
              <a:gd name="connsiteY213" fmla="*/ 2691703 h 2785707"/>
              <a:gd name="connsiteX214" fmla="*/ 10944231 w 12192000"/>
              <a:gd name="connsiteY214" fmla="*/ 2690377 h 2785707"/>
              <a:gd name="connsiteX215" fmla="*/ 10961147 w 12192000"/>
              <a:gd name="connsiteY215" fmla="*/ 2687666 h 2785707"/>
              <a:gd name="connsiteX216" fmla="*/ 10980692 w 12192000"/>
              <a:gd name="connsiteY216" fmla="*/ 2691799 h 2785707"/>
              <a:gd name="connsiteX217" fmla="*/ 11058630 w 12192000"/>
              <a:gd name="connsiteY217" fmla="*/ 2709148 h 2785707"/>
              <a:gd name="connsiteX218" fmla="*/ 11094767 w 12192000"/>
              <a:gd name="connsiteY218" fmla="*/ 2717083 h 2785707"/>
              <a:gd name="connsiteX219" fmla="*/ 11096358 w 12192000"/>
              <a:gd name="connsiteY219" fmla="*/ 2720774 h 2785707"/>
              <a:gd name="connsiteX220" fmla="*/ 11104973 w 12192000"/>
              <a:gd name="connsiteY220" fmla="*/ 2716245 h 2785707"/>
              <a:gd name="connsiteX221" fmla="*/ 11131099 w 12192000"/>
              <a:gd name="connsiteY221" fmla="*/ 2719881 h 2785707"/>
              <a:gd name="connsiteX222" fmla="*/ 11140776 w 12192000"/>
              <a:gd name="connsiteY222" fmla="*/ 2725926 h 2785707"/>
              <a:gd name="connsiteX223" fmla="*/ 11158686 w 12192000"/>
              <a:gd name="connsiteY223" fmla="*/ 2726270 h 2785707"/>
              <a:gd name="connsiteX224" fmla="*/ 11273267 w 12192000"/>
              <a:gd name="connsiteY224" fmla="*/ 2728567 h 2785707"/>
              <a:gd name="connsiteX225" fmla="*/ 11288916 w 12192000"/>
              <a:gd name="connsiteY225" fmla="*/ 2737828 h 2785707"/>
              <a:gd name="connsiteX226" fmla="*/ 11311388 w 12192000"/>
              <a:gd name="connsiteY226" fmla="*/ 2736624 h 2785707"/>
              <a:gd name="connsiteX227" fmla="*/ 11335078 w 12192000"/>
              <a:gd name="connsiteY227" fmla="*/ 2749941 h 2785707"/>
              <a:gd name="connsiteX228" fmla="*/ 11348344 w 12192000"/>
              <a:gd name="connsiteY228" fmla="*/ 2752346 h 2785707"/>
              <a:gd name="connsiteX229" fmla="*/ 11353373 w 12192000"/>
              <a:gd name="connsiteY229" fmla="*/ 2754678 h 2785707"/>
              <a:gd name="connsiteX230" fmla="*/ 11367159 w 12192000"/>
              <a:gd name="connsiteY230" fmla="*/ 2741107 h 2785707"/>
              <a:gd name="connsiteX231" fmla="*/ 11389712 w 12192000"/>
              <a:gd name="connsiteY231" fmla="*/ 2740372 h 2785707"/>
              <a:gd name="connsiteX232" fmla="*/ 11395219 w 12192000"/>
              <a:gd name="connsiteY232" fmla="*/ 2733120 h 2785707"/>
              <a:gd name="connsiteX233" fmla="*/ 11409180 w 12192000"/>
              <a:gd name="connsiteY233" fmla="*/ 2739023 h 2785707"/>
              <a:gd name="connsiteX234" fmla="*/ 11431837 w 12192000"/>
              <a:gd name="connsiteY234" fmla="*/ 2746056 h 2785707"/>
              <a:gd name="connsiteX235" fmla="*/ 11444471 w 12192000"/>
              <a:gd name="connsiteY235" fmla="*/ 2749621 h 2785707"/>
              <a:gd name="connsiteX236" fmla="*/ 11451208 w 12192000"/>
              <a:gd name="connsiteY236" fmla="*/ 2744859 h 2785707"/>
              <a:gd name="connsiteX237" fmla="*/ 11473061 w 12192000"/>
              <a:gd name="connsiteY237" fmla="*/ 2757601 h 2785707"/>
              <a:gd name="connsiteX238" fmla="*/ 11526925 w 12192000"/>
              <a:gd name="connsiteY238" fmla="*/ 2772124 h 2785707"/>
              <a:gd name="connsiteX239" fmla="*/ 11584409 w 12192000"/>
              <a:gd name="connsiteY239" fmla="*/ 2785707 h 2785707"/>
              <a:gd name="connsiteX240" fmla="*/ 11705161 w 12192000"/>
              <a:gd name="connsiteY240" fmla="*/ 2774143 h 2785707"/>
              <a:gd name="connsiteX241" fmla="*/ 11831541 w 12192000"/>
              <a:gd name="connsiteY241" fmla="*/ 2745647 h 2785707"/>
              <a:gd name="connsiteX242" fmla="*/ 12017942 w 12192000"/>
              <a:gd name="connsiteY242" fmla="*/ 2704117 h 2785707"/>
              <a:gd name="connsiteX243" fmla="*/ 12134490 w 12192000"/>
              <a:gd name="connsiteY243" fmla="*/ 2673464 h 2785707"/>
              <a:gd name="connsiteX244" fmla="*/ 12159651 w 12192000"/>
              <a:gd name="connsiteY244" fmla="*/ 2679085 h 2785707"/>
              <a:gd name="connsiteX245" fmla="*/ 12192000 w 12192000"/>
              <a:gd name="connsiteY245" fmla="*/ 2674480 h 278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</a:cxnLst>
            <a:rect l="l" t="t" r="r" b="b"/>
            <a:pathLst>
              <a:path w="12192000" h="2785707">
                <a:moveTo>
                  <a:pt x="12192000" y="0"/>
                </a:moveTo>
                <a:lnTo>
                  <a:pt x="0" y="0"/>
                </a:lnTo>
                <a:lnTo>
                  <a:pt x="0" y="591237"/>
                </a:lnTo>
                <a:lnTo>
                  <a:pt x="7462" y="596097"/>
                </a:lnTo>
                <a:cubicBezTo>
                  <a:pt x="33908" y="613349"/>
                  <a:pt x="59850" y="629066"/>
                  <a:pt x="65949" y="623063"/>
                </a:cubicBezTo>
                <a:cubicBezTo>
                  <a:pt x="104511" y="621541"/>
                  <a:pt x="147418" y="628042"/>
                  <a:pt x="174040" y="614935"/>
                </a:cubicBezTo>
                <a:cubicBezTo>
                  <a:pt x="181060" y="595502"/>
                  <a:pt x="307304" y="613591"/>
                  <a:pt x="331354" y="605310"/>
                </a:cubicBezTo>
                <a:cubicBezTo>
                  <a:pt x="388829" y="623899"/>
                  <a:pt x="404420" y="655488"/>
                  <a:pt x="437701" y="649169"/>
                </a:cubicBezTo>
                <a:cubicBezTo>
                  <a:pt x="460360" y="643797"/>
                  <a:pt x="544430" y="662096"/>
                  <a:pt x="570985" y="634864"/>
                </a:cubicBezTo>
                <a:cubicBezTo>
                  <a:pt x="611720" y="655852"/>
                  <a:pt x="628268" y="628594"/>
                  <a:pt x="660488" y="637694"/>
                </a:cubicBezTo>
                <a:cubicBezTo>
                  <a:pt x="731929" y="640906"/>
                  <a:pt x="769884" y="669504"/>
                  <a:pt x="862240" y="647402"/>
                </a:cubicBezTo>
                <a:cubicBezTo>
                  <a:pt x="904065" y="656940"/>
                  <a:pt x="965938" y="616724"/>
                  <a:pt x="1055198" y="658414"/>
                </a:cubicBezTo>
                <a:cubicBezTo>
                  <a:pt x="1106774" y="665872"/>
                  <a:pt x="1080744" y="646485"/>
                  <a:pt x="1161490" y="664553"/>
                </a:cubicBezTo>
                <a:cubicBezTo>
                  <a:pt x="1184673" y="638081"/>
                  <a:pt x="1309702" y="681966"/>
                  <a:pt x="1335488" y="684838"/>
                </a:cubicBezTo>
                <a:cubicBezTo>
                  <a:pt x="1355801" y="667828"/>
                  <a:pt x="1366194" y="681653"/>
                  <a:pt x="1384901" y="684207"/>
                </a:cubicBezTo>
                <a:cubicBezTo>
                  <a:pt x="1393212" y="673848"/>
                  <a:pt x="1409014" y="673874"/>
                  <a:pt x="1414557" y="685540"/>
                </a:cubicBezTo>
                <a:cubicBezTo>
                  <a:pt x="1407315" y="713070"/>
                  <a:pt x="1474731" y="690092"/>
                  <a:pt x="1479073" y="708783"/>
                </a:cubicBezTo>
                <a:cubicBezTo>
                  <a:pt x="1540070" y="714517"/>
                  <a:pt x="1678447" y="697746"/>
                  <a:pt x="1760498" y="700683"/>
                </a:cubicBezTo>
                <a:cubicBezTo>
                  <a:pt x="1792632" y="694031"/>
                  <a:pt x="1855180" y="727000"/>
                  <a:pt x="1971386" y="726403"/>
                </a:cubicBezTo>
                <a:cubicBezTo>
                  <a:pt x="1986964" y="720596"/>
                  <a:pt x="2046286" y="708514"/>
                  <a:pt x="2050659" y="720928"/>
                </a:cubicBezTo>
                <a:cubicBezTo>
                  <a:pt x="2086682" y="721863"/>
                  <a:pt x="2195049" y="765696"/>
                  <a:pt x="2220475" y="749487"/>
                </a:cubicBezTo>
                <a:cubicBezTo>
                  <a:pt x="2215241" y="776310"/>
                  <a:pt x="2266142" y="751623"/>
                  <a:pt x="2272406" y="777021"/>
                </a:cubicBezTo>
                <a:lnTo>
                  <a:pt x="2297410" y="791240"/>
                </a:lnTo>
                <a:cubicBezTo>
                  <a:pt x="2314908" y="801492"/>
                  <a:pt x="2362075" y="829113"/>
                  <a:pt x="2377393" y="838529"/>
                </a:cubicBezTo>
                <a:lnTo>
                  <a:pt x="2389325" y="847736"/>
                </a:lnTo>
                <a:lnTo>
                  <a:pt x="2418508" y="847030"/>
                </a:lnTo>
                <a:lnTo>
                  <a:pt x="2435377" y="837345"/>
                </a:lnTo>
                <a:lnTo>
                  <a:pt x="2439620" y="840860"/>
                </a:lnTo>
                <a:cubicBezTo>
                  <a:pt x="2444187" y="847628"/>
                  <a:pt x="2446502" y="851791"/>
                  <a:pt x="2451797" y="846508"/>
                </a:cubicBezTo>
                <a:lnTo>
                  <a:pt x="2505861" y="882666"/>
                </a:lnTo>
                <a:cubicBezTo>
                  <a:pt x="2511636" y="885661"/>
                  <a:pt x="2518894" y="886415"/>
                  <a:pt x="2528621" y="883310"/>
                </a:cubicBezTo>
                <a:cubicBezTo>
                  <a:pt x="2546958" y="888460"/>
                  <a:pt x="2598467" y="907723"/>
                  <a:pt x="2615876" y="913568"/>
                </a:cubicBezTo>
                <a:lnTo>
                  <a:pt x="2633076" y="918384"/>
                </a:lnTo>
                <a:cubicBezTo>
                  <a:pt x="2641280" y="922241"/>
                  <a:pt x="2658085" y="933369"/>
                  <a:pt x="2665101" y="936714"/>
                </a:cubicBezTo>
                <a:cubicBezTo>
                  <a:pt x="2670825" y="938682"/>
                  <a:pt x="2668027" y="935380"/>
                  <a:pt x="2675173" y="938458"/>
                </a:cubicBezTo>
                <a:cubicBezTo>
                  <a:pt x="2675225" y="944597"/>
                  <a:pt x="2677804" y="950555"/>
                  <a:pt x="2707978" y="955182"/>
                </a:cubicBezTo>
                <a:cubicBezTo>
                  <a:pt x="2726571" y="970114"/>
                  <a:pt x="2750921" y="982615"/>
                  <a:pt x="2778669" y="991480"/>
                </a:cubicBezTo>
                <a:cubicBezTo>
                  <a:pt x="2784596" y="986681"/>
                  <a:pt x="2791940" y="997468"/>
                  <a:pt x="2796452" y="1000372"/>
                </a:cubicBezTo>
                <a:cubicBezTo>
                  <a:pt x="2798282" y="996724"/>
                  <a:pt x="2810819" y="997911"/>
                  <a:pt x="2813495" y="1001982"/>
                </a:cubicBezTo>
                <a:cubicBezTo>
                  <a:pt x="2894291" y="1036995"/>
                  <a:pt x="2861846" y="990458"/>
                  <a:pt x="2904193" y="1024123"/>
                </a:cubicBezTo>
                <a:cubicBezTo>
                  <a:pt x="2912426" y="1027395"/>
                  <a:pt x="2919877" y="1027211"/>
                  <a:pt x="2926826" y="1025558"/>
                </a:cubicBezTo>
                <a:lnTo>
                  <a:pt x="2937629" y="1021496"/>
                </a:lnTo>
                <a:lnTo>
                  <a:pt x="2970190" y="1039341"/>
                </a:lnTo>
                <a:cubicBezTo>
                  <a:pt x="2986667" y="1046544"/>
                  <a:pt x="3004419" y="1052632"/>
                  <a:pt x="3023036" y="1057429"/>
                </a:cubicBezTo>
                <a:cubicBezTo>
                  <a:pt x="3029427" y="1050485"/>
                  <a:pt x="3041250" y="1064362"/>
                  <a:pt x="3047640" y="1067886"/>
                </a:cubicBezTo>
                <a:cubicBezTo>
                  <a:pt x="3049113" y="1062834"/>
                  <a:pt x="3065273" y="1063377"/>
                  <a:pt x="3069615" y="1068623"/>
                </a:cubicBezTo>
                <a:cubicBezTo>
                  <a:pt x="3180167" y="1108914"/>
                  <a:pt x="3128204" y="1049097"/>
                  <a:pt x="3189718" y="1090790"/>
                </a:cubicBezTo>
                <a:lnTo>
                  <a:pt x="3234683" y="1082861"/>
                </a:lnTo>
                <a:lnTo>
                  <a:pt x="3243889" y="1088560"/>
                </a:lnTo>
                <a:cubicBezTo>
                  <a:pt x="3282443" y="1096267"/>
                  <a:pt x="3296793" y="1087718"/>
                  <a:pt x="3316289" y="1102846"/>
                </a:cubicBezTo>
                <a:cubicBezTo>
                  <a:pt x="3355705" y="1086745"/>
                  <a:pt x="3338941" y="1104834"/>
                  <a:pt x="3363255" y="1113121"/>
                </a:cubicBezTo>
                <a:cubicBezTo>
                  <a:pt x="3385590" y="1119421"/>
                  <a:pt x="3427034" y="1134146"/>
                  <a:pt x="3450298" y="1140641"/>
                </a:cubicBezTo>
                <a:cubicBezTo>
                  <a:pt x="3464287" y="1161185"/>
                  <a:pt x="3479428" y="1142090"/>
                  <a:pt x="3502843" y="1152088"/>
                </a:cubicBezTo>
                <a:cubicBezTo>
                  <a:pt x="3512778" y="1160751"/>
                  <a:pt x="3520916" y="1163472"/>
                  <a:pt x="3534327" y="1158780"/>
                </a:cubicBezTo>
                <a:cubicBezTo>
                  <a:pt x="3579631" y="1200367"/>
                  <a:pt x="3566563" y="1166440"/>
                  <a:pt x="3613707" y="1188135"/>
                </a:cubicBezTo>
                <a:cubicBezTo>
                  <a:pt x="3653700" y="1209113"/>
                  <a:pt x="3700718" y="1226767"/>
                  <a:pt x="3734447" y="1264997"/>
                </a:cubicBezTo>
                <a:cubicBezTo>
                  <a:pt x="3739812" y="1275024"/>
                  <a:pt x="3757867" y="1281897"/>
                  <a:pt x="3774777" y="1280345"/>
                </a:cubicBezTo>
                <a:cubicBezTo>
                  <a:pt x="3777687" y="1280079"/>
                  <a:pt x="3780452" y="1279566"/>
                  <a:pt x="3782987" y="1278825"/>
                </a:cubicBezTo>
                <a:cubicBezTo>
                  <a:pt x="3802089" y="1304950"/>
                  <a:pt x="3822370" y="1298085"/>
                  <a:pt x="3829525" y="1314650"/>
                </a:cubicBezTo>
                <a:cubicBezTo>
                  <a:pt x="3870043" y="1329235"/>
                  <a:pt x="3909546" y="1322767"/>
                  <a:pt x="3916534" y="1337438"/>
                </a:cubicBezTo>
                <a:cubicBezTo>
                  <a:pt x="3938646" y="1341249"/>
                  <a:pt x="3973911" y="1333246"/>
                  <a:pt x="3985243" y="1349887"/>
                </a:cubicBezTo>
                <a:cubicBezTo>
                  <a:pt x="3991624" y="1339551"/>
                  <a:pt x="4007098" y="1363379"/>
                  <a:pt x="4022446" y="1358915"/>
                </a:cubicBezTo>
                <a:cubicBezTo>
                  <a:pt x="4033756" y="1354584"/>
                  <a:pt x="4041089" y="1360802"/>
                  <a:pt x="4050987" y="1363213"/>
                </a:cubicBezTo>
                <a:cubicBezTo>
                  <a:pt x="4065543" y="1360896"/>
                  <a:pt x="4106233" y="1377936"/>
                  <a:pt x="4115739" y="1386380"/>
                </a:cubicBezTo>
                <a:cubicBezTo>
                  <a:pt x="4136569" y="1413385"/>
                  <a:pt x="4202076" y="1408872"/>
                  <a:pt x="4219773" y="1429896"/>
                </a:cubicBezTo>
                <a:cubicBezTo>
                  <a:pt x="4227193" y="1433905"/>
                  <a:pt x="4234841" y="1436419"/>
                  <a:pt x="4242592" y="1437995"/>
                </a:cubicBezTo>
                <a:lnTo>
                  <a:pt x="4264860" y="1440328"/>
                </a:lnTo>
                <a:lnTo>
                  <a:pt x="4272342" y="1436836"/>
                </a:lnTo>
                <a:lnTo>
                  <a:pt x="4285317" y="1440547"/>
                </a:lnTo>
                <a:lnTo>
                  <a:pt x="4289326" y="1440567"/>
                </a:lnTo>
                <a:lnTo>
                  <a:pt x="4311745" y="1441649"/>
                </a:lnTo>
                <a:cubicBezTo>
                  <a:pt x="4295920" y="1463324"/>
                  <a:pt x="4370745" y="1452790"/>
                  <a:pt x="4345821" y="1467990"/>
                </a:cubicBezTo>
                <a:cubicBezTo>
                  <a:pt x="4382864" y="1476647"/>
                  <a:pt x="4349421" y="1488843"/>
                  <a:pt x="4399086" y="1480631"/>
                </a:cubicBezTo>
                <a:cubicBezTo>
                  <a:pt x="4451935" y="1510979"/>
                  <a:pt x="4598080" y="1494621"/>
                  <a:pt x="4635587" y="1532477"/>
                </a:cubicBezTo>
                <a:cubicBezTo>
                  <a:pt x="4632999" y="1520275"/>
                  <a:pt x="4681854" y="1589802"/>
                  <a:pt x="4697305" y="1598576"/>
                </a:cubicBezTo>
                <a:cubicBezTo>
                  <a:pt x="4733556" y="1613805"/>
                  <a:pt x="4746756" y="1626181"/>
                  <a:pt x="4800559" y="1650651"/>
                </a:cubicBezTo>
                <a:cubicBezTo>
                  <a:pt x="4853578" y="1666654"/>
                  <a:pt x="4885909" y="1696908"/>
                  <a:pt x="4945615" y="1698753"/>
                </a:cubicBezTo>
                <a:cubicBezTo>
                  <a:pt x="4946370" y="1702791"/>
                  <a:pt x="4948427" y="1706445"/>
                  <a:pt x="4951384" y="1709811"/>
                </a:cubicBezTo>
                <a:lnTo>
                  <a:pt x="4961956" y="1718626"/>
                </a:lnTo>
                <a:lnTo>
                  <a:pt x="4964473" y="1718615"/>
                </a:lnTo>
                <a:lnTo>
                  <a:pt x="4991598" y="1734829"/>
                </a:lnTo>
                <a:lnTo>
                  <a:pt x="5009548" y="1747489"/>
                </a:lnTo>
                <a:lnTo>
                  <a:pt x="5014839" y="1748130"/>
                </a:lnTo>
                <a:cubicBezTo>
                  <a:pt x="5023037" y="1751045"/>
                  <a:pt x="5047794" y="1761529"/>
                  <a:pt x="5058738" y="1764982"/>
                </a:cubicBezTo>
                <a:cubicBezTo>
                  <a:pt x="5064791" y="1749903"/>
                  <a:pt x="5066861" y="1761618"/>
                  <a:pt x="5080507" y="1768847"/>
                </a:cubicBezTo>
                <a:cubicBezTo>
                  <a:pt x="5092955" y="1747037"/>
                  <a:pt x="5123611" y="1774828"/>
                  <a:pt x="5142055" y="1767607"/>
                </a:cubicBezTo>
                <a:cubicBezTo>
                  <a:pt x="5151799" y="1773410"/>
                  <a:pt x="5162333" y="1779148"/>
                  <a:pt x="5173522" y="1784620"/>
                </a:cubicBezTo>
                <a:lnTo>
                  <a:pt x="5180367" y="1787604"/>
                </a:lnTo>
                <a:lnTo>
                  <a:pt x="5180716" y="1787481"/>
                </a:lnTo>
                <a:cubicBezTo>
                  <a:pt x="5182658" y="1787744"/>
                  <a:pt x="5185081" y="1788580"/>
                  <a:pt x="5188363" y="1790269"/>
                </a:cubicBezTo>
                <a:lnTo>
                  <a:pt x="5192852" y="1793043"/>
                </a:lnTo>
                <a:lnTo>
                  <a:pt x="5272230" y="1791348"/>
                </a:lnTo>
                <a:cubicBezTo>
                  <a:pt x="5312404" y="1798683"/>
                  <a:pt x="5342704" y="1787354"/>
                  <a:pt x="5376484" y="1805756"/>
                </a:cubicBezTo>
                <a:cubicBezTo>
                  <a:pt x="5414117" y="1812554"/>
                  <a:pt x="5448503" y="1811916"/>
                  <a:pt x="5478926" y="1822858"/>
                </a:cubicBezTo>
                <a:cubicBezTo>
                  <a:pt x="5493297" y="1819986"/>
                  <a:pt x="5506053" y="1820161"/>
                  <a:pt x="5515632" y="1830425"/>
                </a:cubicBezTo>
                <a:cubicBezTo>
                  <a:pt x="5551385" y="1834476"/>
                  <a:pt x="5563012" y="1824675"/>
                  <a:pt x="5582742" y="1837848"/>
                </a:cubicBezTo>
                <a:lnTo>
                  <a:pt x="5615731" y="1838115"/>
                </a:lnTo>
                <a:lnTo>
                  <a:pt x="5619149" y="1835988"/>
                </a:lnTo>
                <a:lnTo>
                  <a:pt x="5625050" y="1835832"/>
                </a:lnTo>
                <a:lnTo>
                  <a:pt x="5640026" y="1839536"/>
                </a:lnTo>
                <a:lnTo>
                  <a:pt x="5645469" y="1841610"/>
                </a:lnTo>
                <a:cubicBezTo>
                  <a:pt x="5649292" y="1842786"/>
                  <a:pt x="5651918" y="1843241"/>
                  <a:pt x="5653837" y="1843194"/>
                </a:cubicBezTo>
                <a:lnTo>
                  <a:pt x="5654101" y="1843017"/>
                </a:lnTo>
                <a:lnTo>
                  <a:pt x="5661820" y="1844927"/>
                </a:lnTo>
                <a:cubicBezTo>
                  <a:pt x="5674709" y="1848645"/>
                  <a:pt x="5687118" y="1852732"/>
                  <a:pt x="5698828" y="1857009"/>
                </a:cubicBezTo>
                <a:cubicBezTo>
                  <a:pt x="5712521" y="1846861"/>
                  <a:pt x="5753797" y="1869873"/>
                  <a:pt x="5755153" y="1846051"/>
                </a:cubicBezTo>
                <a:cubicBezTo>
                  <a:pt x="5771136" y="1851140"/>
                  <a:pt x="5778501" y="1862553"/>
                  <a:pt x="5777080" y="1846484"/>
                </a:cubicBezTo>
                <a:lnTo>
                  <a:pt x="5790062" y="1844754"/>
                </a:lnTo>
                <a:lnTo>
                  <a:pt x="5888138" y="1877663"/>
                </a:lnTo>
                <a:lnTo>
                  <a:pt x="5902013" y="1884827"/>
                </a:lnTo>
                <a:cubicBezTo>
                  <a:pt x="5906316" y="1887734"/>
                  <a:pt x="5909915" y="1891071"/>
                  <a:pt x="5912492" y="1894998"/>
                </a:cubicBezTo>
                <a:cubicBezTo>
                  <a:pt x="5968551" y="1887421"/>
                  <a:pt x="6012526" y="1912636"/>
                  <a:pt x="6068995" y="1920302"/>
                </a:cubicBezTo>
                <a:cubicBezTo>
                  <a:pt x="6130128" y="1936331"/>
                  <a:pt x="6262213" y="1980287"/>
                  <a:pt x="6283598" y="1991295"/>
                </a:cubicBezTo>
                <a:cubicBezTo>
                  <a:pt x="6301966" y="1997651"/>
                  <a:pt x="6386462" y="2003382"/>
                  <a:pt x="6378390" y="1991561"/>
                </a:cubicBezTo>
                <a:cubicBezTo>
                  <a:pt x="6430691" y="2023578"/>
                  <a:pt x="6456320" y="2005237"/>
                  <a:pt x="6519309" y="2027309"/>
                </a:cubicBezTo>
                <a:lnTo>
                  <a:pt x="6643152" y="2049516"/>
                </a:lnTo>
                <a:lnTo>
                  <a:pt x="6656875" y="2051188"/>
                </a:lnTo>
                <a:lnTo>
                  <a:pt x="6662165" y="2046505"/>
                </a:lnTo>
                <a:lnTo>
                  <a:pt x="6708706" y="2049842"/>
                </a:lnTo>
                <a:cubicBezTo>
                  <a:pt x="6728320" y="2063550"/>
                  <a:pt x="6766107" y="2058616"/>
                  <a:pt x="6797201" y="2065320"/>
                </a:cubicBezTo>
                <a:lnTo>
                  <a:pt x="6810764" y="2071002"/>
                </a:lnTo>
                <a:lnTo>
                  <a:pt x="6901101" y="2082052"/>
                </a:lnTo>
                <a:lnTo>
                  <a:pt x="6962781" y="2092999"/>
                </a:lnTo>
                <a:lnTo>
                  <a:pt x="6975881" y="2098520"/>
                </a:lnTo>
                <a:lnTo>
                  <a:pt x="6991402" y="2094572"/>
                </a:lnTo>
                <a:cubicBezTo>
                  <a:pt x="6993328" y="2093335"/>
                  <a:pt x="6994904" y="2091926"/>
                  <a:pt x="6996085" y="2090397"/>
                </a:cubicBezTo>
                <a:lnTo>
                  <a:pt x="7045119" y="2100367"/>
                </a:lnTo>
                <a:lnTo>
                  <a:pt x="7051064" y="2100779"/>
                </a:lnTo>
                <a:lnTo>
                  <a:pt x="7092123" y="2100750"/>
                </a:lnTo>
                <a:lnTo>
                  <a:pt x="7153291" y="2096258"/>
                </a:lnTo>
                <a:cubicBezTo>
                  <a:pt x="7173585" y="2092006"/>
                  <a:pt x="7192251" y="2072757"/>
                  <a:pt x="7216946" y="2083586"/>
                </a:cubicBezTo>
                <a:cubicBezTo>
                  <a:pt x="7211675" y="2072232"/>
                  <a:pt x="7246465" y="2087999"/>
                  <a:pt x="7253640" y="2078754"/>
                </a:cubicBezTo>
                <a:cubicBezTo>
                  <a:pt x="7257908" y="2071016"/>
                  <a:pt x="7269456" y="2073996"/>
                  <a:pt x="7279228" y="2072719"/>
                </a:cubicBezTo>
                <a:cubicBezTo>
                  <a:pt x="7287893" y="2065644"/>
                  <a:pt x="7334999" y="2066706"/>
                  <a:pt x="7350342" y="2070909"/>
                </a:cubicBezTo>
                <a:cubicBezTo>
                  <a:pt x="7392243" y="2087644"/>
                  <a:pt x="7436988" y="2061053"/>
                  <a:pt x="7470724" y="2073574"/>
                </a:cubicBezTo>
                <a:cubicBezTo>
                  <a:pt x="7498116" y="2072967"/>
                  <a:pt x="7506999" y="2069264"/>
                  <a:pt x="7514696" y="2067266"/>
                </a:cubicBezTo>
                <a:lnTo>
                  <a:pt x="7516909" y="2061590"/>
                </a:lnTo>
                <a:lnTo>
                  <a:pt x="7530255" y="2060403"/>
                </a:lnTo>
                <a:lnTo>
                  <a:pt x="7533279" y="2059039"/>
                </a:lnTo>
                <a:cubicBezTo>
                  <a:pt x="7539042" y="2056412"/>
                  <a:pt x="7544852" y="2053978"/>
                  <a:pt x="7551151" y="2052267"/>
                </a:cubicBezTo>
                <a:cubicBezTo>
                  <a:pt x="7560368" y="2076923"/>
                  <a:pt x="7606247" y="2041786"/>
                  <a:pt x="7602338" y="2063846"/>
                </a:cubicBezTo>
                <a:lnTo>
                  <a:pt x="7625892" y="2064714"/>
                </a:lnTo>
                <a:lnTo>
                  <a:pt x="7648322" y="2072757"/>
                </a:lnTo>
                <a:lnTo>
                  <a:pt x="7660138" y="2081487"/>
                </a:lnTo>
                <a:lnTo>
                  <a:pt x="7701887" y="2097255"/>
                </a:lnTo>
                <a:lnTo>
                  <a:pt x="7701887" y="2081564"/>
                </a:lnTo>
                <a:lnTo>
                  <a:pt x="7781603" y="2105597"/>
                </a:lnTo>
                <a:lnTo>
                  <a:pt x="7840532" y="2126887"/>
                </a:lnTo>
                <a:lnTo>
                  <a:pt x="7852490" y="2134555"/>
                </a:lnTo>
                <a:lnTo>
                  <a:pt x="7868492" y="2133321"/>
                </a:lnTo>
                <a:cubicBezTo>
                  <a:pt x="7870608" y="2132431"/>
                  <a:pt x="7872409" y="2131316"/>
                  <a:pt x="7873842" y="2130014"/>
                </a:cubicBezTo>
                <a:lnTo>
                  <a:pt x="7920468" y="2148187"/>
                </a:lnTo>
                <a:lnTo>
                  <a:pt x="7926263" y="2149606"/>
                </a:lnTo>
                <a:lnTo>
                  <a:pt x="7966770" y="2156585"/>
                </a:lnTo>
                <a:lnTo>
                  <a:pt x="8092911" y="2161008"/>
                </a:lnTo>
                <a:cubicBezTo>
                  <a:pt x="8089698" y="2148943"/>
                  <a:pt x="8121258" y="2170386"/>
                  <a:pt x="8129956" y="2162518"/>
                </a:cubicBezTo>
                <a:cubicBezTo>
                  <a:pt x="8135520" y="2155638"/>
                  <a:pt x="8146390" y="2160539"/>
                  <a:pt x="8156253" y="2160951"/>
                </a:cubicBezTo>
                <a:cubicBezTo>
                  <a:pt x="8166039" y="2155473"/>
                  <a:pt x="8212323" y="2164555"/>
                  <a:pt x="8226723" y="2171307"/>
                </a:cubicBezTo>
                <a:cubicBezTo>
                  <a:pt x="8265129" y="2194914"/>
                  <a:pt x="8313924" y="2176403"/>
                  <a:pt x="8345013" y="2194472"/>
                </a:cubicBezTo>
                <a:cubicBezTo>
                  <a:pt x="8372141" y="2198551"/>
                  <a:pt x="8381553" y="2196425"/>
                  <a:pt x="8389494" y="2195774"/>
                </a:cubicBezTo>
                <a:lnTo>
                  <a:pt x="8392672" y="2190570"/>
                </a:lnTo>
                <a:lnTo>
                  <a:pt x="8406045" y="2191681"/>
                </a:lnTo>
                <a:lnTo>
                  <a:pt x="8409264" y="2190855"/>
                </a:lnTo>
                <a:cubicBezTo>
                  <a:pt x="8415411" y="2189254"/>
                  <a:pt x="8421567" y="2187852"/>
                  <a:pt x="8428080" y="2187244"/>
                </a:cubicBezTo>
                <a:cubicBezTo>
                  <a:pt x="8432860" y="2213065"/>
                  <a:pt x="8484266" y="2186341"/>
                  <a:pt x="8476550" y="2207369"/>
                </a:cubicBezTo>
                <a:cubicBezTo>
                  <a:pt x="8513167" y="2208526"/>
                  <a:pt x="8555619" y="2244400"/>
                  <a:pt x="8588757" y="2225395"/>
                </a:cubicBezTo>
                <a:cubicBezTo>
                  <a:pt x="8642872" y="2232730"/>
                  <a:pt x="8692026" y="2235404"/>
                  <a:pt x="8749518" y="2245011"/>
                </a:cubicBezTo>
                <a:cubicBezTo>
                  <a:pt x="8793577" y="2260750"/>
                  <a:pt x="8842828" y="2247803"/>
                  <a:pt x="8874315" y="2266877"/>
                </a:cubicBezTo>
                <a:cubicBezTo>
                  <a:pt x="8926109" y="2267125"/>
                  <a:pt x="8990017" y="2281364"/>
                  <a:pt x="9029190" y="2309251"/>
                </a:cubicBezTo>
                <a:cubicBezTo>
                  <a:pt x="9084505" y="2314654"/>
                  <a:pt x="9093058" y="2330757"/>
                  <a:pt x="9142331" y="2320064"/>
                </a:cubicBezTo>
                <a:cubicBezTo>
                  <a:pt x="9146183" y="2324091"/>
                  <a:pt x="9150768" y="2327448"/>
                  <a:pt x="9155844" y="2330314"/>
                </a:cubicBezTo>
                <a:lnTo>
                  <a:pt x="9171403" y="2337223"/>
                </a:lnTo>
                <a:lnTo>
                  <a:pt x="9173407" y="2336681"/>
                </a:lnTo>
                <a:lnTo>
                  <a:pt x="9208166" y="2347769"/>
                </a:lnTo>
                <a:lnTo>
                  <a:pt x="9274752" y="2367321"/>
                </a:lnTo>
                <a:lnTo>
                  <a:pt x="9275339" y="2366424"/>
                </a:lnTo>
                <a:cubicBezTo>
                  <a:pt x="9277508" y="2364656"/>
                  <a:pt x="9280711" y="2363810"/>
                  <a:pt x="9286171" y="2364868"/>
                </a:cubicBezTo>
                <a:cubicBezTo>
                  <a:pt x="9278880" y="2347951"/>
                  <a:pt x="9289961" y="2359662"/>
                  <a:pt x="9306706" y="2364279"/>
                </a:cubicBezTo>
                <a:cubicBezTo>
                  <a:pt x="9299116" y="2339032"/>
                  <a:pt x="9346014" y="2361383"/>
                  <a:pt x="9354964" y="2350000"/>
                </a:cubicBezTo>
                <a:cubicBezTo>
                  <a:pt x="9367435" y="2353960"/>
                  <a:pt x="9380485" y="2357688"/>
                  <a:pt x="9393840" y="2360999"/>
                </a:cubicBezTo>
                <a:lnTo>
                  <a:pt x="9401723" y="2362648"/>
                </a:lnTo>
                <a:cubicBezTo>
                  <a:pt x="9401784" y="2362582"/>
                  <a:pt x="9401843" y="2362515"/>
                  <a:pt x="9401904" y="2362449"/>
                </a:cubicBezTo>
                <a:cubicBezTo>
                  <a:pt x="9403668" y="2362309"/>
                  <a:pt x="9406280" y="2362664"/>
                  <a:pt x="9410265" y="2363724"/>
                </a:cubicBezTo>
                <a:lnTo>
                  <a:pt x="9431384" y="2368857"/>
                </a:lnTo>
                <a:lnTo>
                  <a:pt x="9436806" y="2368409"/>
                </a:lnTo>
                <a:lnTo>
                  <a:pt x="9469943" y="2364702"/>
                </a:lnTo>
                <a:cubicBezTo>
                  <a:pt x="9492075" y="2366299"/>
                  <a:pt x="9538048" y="2371570"/>
                  <a:pt x="9571973" y="2375579"/>
                </a:cubicBezTo>
                <a:cubicBezTo>
                  <a:pt x="9604304" y="2385689"/>
                  <a:pt x="9636016" y="2383371"/>
                  <a:pt x="9673508" y="2388756"/>
                </a:cubicBezTo>
                <a:cubicBezTo>
                  <a:pt x="9711732" y="2406591"/>
                  <a:pt x="9735674" y="2393166"/>
                  <a:pt x="9775728" y="2398997"/>
                </a:cubicBezTo>
                <a:cubicBezTo>
                  <a:pt x="9806799" y="2422784"/>
                  <a:pt x="9806899" y="2389955"/>
                  <a:pt x="9828502" y="2387377"/>
                </a:cubicBezTo>
                <a:lnTo>
                  <a:pt x="9834358" y="2387922"/>
                </a:lnTo>
                <a:lnTo>
                  <a:pt x="9848851" y="2393407"/>
                </a:lnTo>
                <a:lnTo>
                  <a:pt x="9854053" y="2396127"/>
                </a:lnTo>
                <a:cubicBezTo>
                  <a:pt x="9857729" y="2397755"/>
                  <a:pt x="9860291" y="2398523"/>
                  <a:pt x="9862192" y="2398707"/>
                </a:cubicBezTo>
                <a:lnTo>
                  <a:pt x="9862471" y="2398561"/>
                </a:lnTo>
                <a:lnTo>
                  <a:pt x="9905498" y="2417867"/>
                </a:lnTo>
                <a:cubicBezTo>
                  <a:pt x="9919952" y="2409351"/>
                  <a:pt x="9958757" y="2437263"/>
                  <a:pt x="9962223" y="2413612"/>
                </a:cubicBezTo>
                <a:cubicBezTo>
                  <a:pt x="9977588" y="2420601"/>
                  <a:pt x="9983860" y="2432885"/>
                  <a:pt x="9983885" y="2416653"/>
                </a:cubicBezTo>
                <a:cubicBezTo>
                  <a:pt x="9989098" y="2418537"/>
                  <a:pt x="9992817" y="2418345"/>
                  <a:pt x="9995871" y="2417158"/>
                </a:cubicBezTo>
                <a:lnTo>
                  <a:pt x="10030934" y="2432369"/>
                </a:lnTo>
                <a:lnTo>
                  <a:pt x="10036087" y="2432793"/>
                </a:lnTo>
                <a:lnTo>
                  <a:pt x="10057471" y="2445317"/>
                </a:lnTo>
                <a:lnTo>
                  <a:pt x="10088697" y="2461159"/>
                </a:lnTo>
                <a:lnTo>
                  <a:pt x="10091030" y="2461029"/>
                </a:lnTo>
                <a:lnTo>
                  <a:pt x="10104127" y="2469841"/>
                </a:lnTo>
                <a:cubicBezTo>
                  <a:pt x="10108126" y="2473257"/>
                  <a:pt x="10166959" y="2488286"/>
                  <a:pt x="10169163" y="2492519"/>
                </a:cubicBezTo>
                <a:cubicBezTo>
                  <a:pt x="10225323" y="2491613"/>
                  <a:pt x="10211037" y="2510783"/>
                  <a:pt x="10266247" y="2525164"/>
                </a:cubicBezTo>
                <a:cubicBezTo>
                  <a:pt x="10304736" y="2528123"/>
                  <a:pt x="10324750" y="2536388"/>
                  <a:pt x="10383588" y="2556604"/>
                </a:cubicBezTo>
                <a:cubicBezTo>
                  <a:pt x="10422927" y="2570967"/>
                  <a:pt x="10449351" y="2596747"/>
                  <a:pt x="10502276" y="2611346"/>
                </a:cubicBezTo>
                <a:cubicBezTo>
                  <a:pt x="10551189" y="2649570"/>
                  <a:pt x="10642054" y="2656133"/>
                  <a:pt x="10702436" y="2685688"/>
                </a:cubicBezTo>
                <a:cubicBezTo>
                  <a:pt x="10734755" y="2677393"/>
                  <a:pt x="10727906" y="2683472"/>
                  <a:pt x="10738338" y="2690143"/>
                </a:cubicBezTo>
                <a:lnTo>
                  <a:pt x="10738410" y="2690169"/>
                </a:lnTo>
                <a:lnTo>
                  <a:pt x="10828361" y="2695982"/>
                </a:lnTo>
                <a:cubicBezTo>
                  <a:pt x="10834653" y="2692647"/>
                  <a:pt x="10841817" y="2690605"/>
                  <a:pt x="10850642" y="2691703"/>
                </a:cubicBezTo>
                <a:cubicBezTo>
                  <a:pt x="10900458" y="2713605"/>
                  <a:pt x="10856850" y="2676798"/>
                  <a:pt x="10944231" y="2690377"/>
                </a:cubicBezTo>
                <a:cubicBezTo>
                  <a:pt x="10947888" y="2693638"/>
                  <a:pt x="10960334" y="2691646"/>
                  <a:pt x="10961147" y="2687666"/>
                </a:cubicBezTo>
                <a:cubicBezTo>
                  <a:pt x="10966277" y="2689341"/>
                  <a:pt x="10976214" y="2697915"/>
                  <a:pt x="10980692" y="2691799"/>
                </a:cubicBezTo>
                <a:cubicBezTo>
                  <a:pt x="11009873" y="2693413"/>
                  <a:pt x="11036717" y="2699386"/>
                  <a:pt x="11058630" y="2709148"/>
                </a:cubicBezTo>
                <a:cubicBezTo>
                  <a:pt x="11089046" y="2706063"/>
                  <a:pt x="11093105" y="2711169"/>
                  <a:pt x="11094767" y="2717083"/>
                </a:cubicBezTo>
                <a:lnTo>
                  <a:pt x="11096358" y="2720774"/>
                </a:lnTo>
                <a:lnTo>
                  <a:pt x="11104973" y="2716245"/>
                </a:lnTo>
                <a:cubicBezTo>
                  <a:pt x="11114214" y="2713690"/>
                  <a:pt x="11122836" y="2715703"/>
                  <a:pt x="11131099" y="2719881"/>
                </a:cubicBezTo>
                <a:lnTo>
                  <a:pt x="11140776" y="2725926"/>
                </a:lnTo>
                <a:lnTo>
                  <a:pt x="11158686" y="2726270"/>
                </a:lnTo>
                <a:cubicBezTo>
                  <a:pt x="11180768" y="2726709"/>
                  <a:pt x="11251563" y="2726640"/>
                  <a:pt x="11273267" y="2728567"/>
                </a:cubicBezTo>
                <a:lnTo>
                  <a:pt x="11288916" y="2737828"/>
                </a:lnTo>
                <a:lnTo>
                  <a:pt x="11311388" y="2736624"/>
                </a:lnTo>
                <a:cubicBezTo>
                  <a:pt x="11321582" y="2738058"/>
                  <a:pt x="11329783" y="2742030"/>
                  <a:pt x="11335078" y="2749941"/>
                </a:cubicBezTo>
                <a:cubicBezTo>
                  <a:pt x="11338817" y="2743516"/>
                  <a:pt x="11342149" y="2746955"/>
                  <a:pt x="11348344" y="2752346"/>
                </a:cubicBezTo>
                <a:lnTo>
                  <a:pt x="11353373" y="2754678"/>
                </a:lnTo>
                <a:lnTo>
                  <a:pt x="11367159" y="2741107"/>
                </a:lnTo>
                <a:lnTo>
                  <a:pt x="11389712" y="2740372"/>
                </a:lnTo>
                <a:lnTo>
                  <a:pt x="11395219" y="2733120"/>
                </a:lnTo>
                <a:lnTo>
                  <a:pt x="11409180" y="2739023"/>
                </a:lnTo>
                <a:cubicBezTo>
                  <a:pt x="11414137" y="2740775"/>
                  <a:pt x="11422149" y="2743232"/>
                  <a:pt x="11431837" y="2746056"/>
                </a:cubicBezTo>
                <a:lnTo>
                  <a:pt x="11444471" y="2749621"/>
                </a:lnTo>
                <a:lnTo>
                  <a:pt x="11451208" y="2744859"/>
                </a:lnTo>
                <a:lnTo>
                  <a:pt x="11473061" y="2757601"/>
                </a:lnTo>
                <a:lnTo>
                  <a:pt x="11526925" y="2772124"/>
                </a:lnTo>
                <a:cubicBezTo>
                  <a:pt x="11539650" y="2795076"/>
                  <a:pt x="11582438" y="2758503"/>
                  <a:pt x="11584409" y="2785707"/>
                </a:cubicBezTo>
                <a:cubicBezTo>
                  <a:pt x="11604765" y="2763696"/>
                  <a:pt x="11670052" y="2782257"/>
                  <a:pt x="11705161" y="2774143"/>
                </a:cubicBezTo>
                <a:cubicBezTo>
                  <a:pt x="11712651" y="2785033"/>
                  <a:pt x="11817987" y="2755153"/>
                  <a:pt x="11831541" y="2745647"/>
                </a:cubicBezTo>
                <a:cubicBezTo>
                  <a:pt x="11943852" y="2715987"/>
                  <a:pt x="11988586" y="2718581"/>
                  <a:pt x="12017942" y="2704117"/>
                </a:cubicBezTo>
                <a:cubicBezTo>
                  <a:pt x="12044424" y="2697243"/>
                  <a:pt x="12068778" y="2677784"/>
                  <a:pt x="12134490" y="2673464"/>
                </a:cubicBezTo>
                <a:cubicBezTo>
                  <a:pt x="12140262" y="2677664"/>
                  <a:pt x="12149020" y="2679275"/>
                  <a:pt x="12159651" y="2679085"/>
                </a:cubicBezTo>
                <a:lnTo>
                  <a:pt x="12192000" y="26744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9C73E-BDFE-0288-606A-519EA4CB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Introduction</a:t>
            </a:r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87A8A8A-B020-4F46-8329-D75799D71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4144" y="6080078"/>
            <a:ext cx="9517857" cy="777922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48ED9-3547-B0AC-642A-8FFB79295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2687005"/>
            <a:ext cx="9880979" cy="35673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Interview performance depends on communication and confidence</a:t>
            </a:r>
            <a:endParaRPr lang="en-US" sz="2400" dirty="0"/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Traditional mock interviews rely on manual evaluation</a:t>
            </a:r>
            <a:endParaRPr lang="en-US" sz="2400" dirty="0"/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Manual evaluation can be subjective and inconsistent</a:t>
            </a:r>
            <a:endParaRPr lang="en-US" sz="2400" dirty="0"/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AI can analyze behavior using computer vision and NLP</a:t>
            </a:r>
            <a:endParaRPr lang="en-US" sz="2400" dirty="0"/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Proposed system automates interview performance analysis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421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932863-095E-C683-A5C6-EA96453D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Existing System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FAA8C0-BCC8-6DD2-EE68-471E59669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1273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60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CF99F-271B-3CC7-EE5F-EA0A5B70F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Proposed System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96E7A1-F66A-C897-FF05-FE8A73F17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725633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366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9CF6-64F3-2F6C-66E0-96FA90496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System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6F788-6475-AA94-E541-A01E5E6904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Batang"/>
              </a:rPr>
              <a:t>Functional Requirements</a:t>
            </a:r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Display interview questions to the candidate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Capture video and audio responses using webcam and microphone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Detect facial emotions using CNN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Convert speech to text using speech recognition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Analyse</a:t>
            </a:r>
            <a:r>
              <a:rPr lang="en-US" sz="1600" dirty="0">
                <a:ea typeface="+mn-lt"/>
                <a:cs typeface="+mn-lt"/>
              </a:rPr>
              <a:t> responses using Natural Language Processing</a:t>
            </a:r>
            <a:endParaRPr lang="en-US" sz="1600"/>
          </a:p>
          <a:p>
            <a:pPr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Generate interview performance scores and feedback</a:t>
            </a:r>
            <a:endParaRPr lang="en-US" sz="1600" dirty="0"/>
          </a:p>
          <a:p>
            <a:pPr indent="0"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EA4A9-3F46-B2D3-86CA-FCC218EEA9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r>
              <a:rPr lang="en-US" b="1" dirty="0">
                <a:ea typeface="Batang"/>
              </a:rPr>
              <a:t>Non-Functional Requirements</a:t>
            </a:r>
            <a:endParaRPr lang="en-US" b="1" dirty="0">
              <a:solidFill>
                <a:srgbClr val="000000"/>
              </a:solidFill>
              <a:ea typeface="Batang"/>
            </a:endParaRPr>
          </a:p>
          <a:p>
            <a:pPr>
              <a:buFont typeface="Arial,Sans-Serif"/>
            </a:pPr>
            <a:r>
              <a:rPr lang="en-US" sz="1800" dirty="0">
                <a:ea typeface="Batang"/>
              </a:rPr>
              <a:t>High accuracy of AI models</a:t>
            </a:r>
            <a:endParaRPr lang="en-US" sz="1800">
              <a:solidFill>
                <a:srgbClr val="000000"/>
              </a:solidFill>
              <a:ea typeface="Batang"/>
            </a:endParaRPr>
          </a:p>
          <a:p>
            <a:pPr>
              <a:buFont typeface="Arial,Sans-Serif"/>
            </a:pPr>
            <a:r>
              <a:rPr lang="en-US" sz="1800" dirty="0">
                <a:ea typeface="Batang"/>
              </a:rPr>
              <a:t>Fast processing and response time</a:t>
            </a:r>
            <a:endParaRPr lang="en-US" sz="1800">
              <a:solidFill>
                <a:srgbClr val="000000"/>
              </a:solidFill>
              <a:ea typeface="Batang"/>
            </a:endParaRPr>
          </a:p>
          <a:p>
            <a:pPr>
              <a:buFont typeface="Arial,Sans-Serif"/>
            </a:pPr>
            <a:r>
              <a:rPr lang="en-US" sz="1800" dirty="0">
                <a:ea typeface="Batang"/>
              </a:rPr>
              <a:t>User-friendly interface</a:t>
            </a:r>
            <a:endParaRPr lang="en-US" sz="1800">
              <a:solidFill>
                <a:srgbClr val="000000"/>
              </a:solidFill>
              <a:ea typeface="Batang"/>
            </a:endParaRPr>
          </a:p>
          <a:p>
            <a:pPr>
              <a:buFont typeface="Arial,Sans-Serif"/>
            </a:pPr>
            <a:r>
              <a:rPr lang="en-US" sz="1800" dirty="0">
                <a:ea typeface="Batang"/>
              </a:rPr>
              <a:t>Secure handling of user data</a:t>
            </a:r>
            <a:endParaRPr lang="en-US" sz="1800" dirty="0">
              <a:solidFill>
                <a:srgbClr val="000000"/>
              </a:solidFill>
              <a:ea typeface="Batang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1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41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8" name="Rectangle 587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Freeform: Shape 589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91FFF-9446-09CE-4D53-6E5729B6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System Modules</a:t>
            </a:r>
            <a:endParaRPr lang="en-US" dirty="0"/>
          </a:p>
        </p:txBody>
      </p:sp>
      <p:graphicFrame>
        <p:nvGraphicFramePr>
          <p:cNvPr id="583" name="Content Placeholder 580">
            <a:extLst>
              <a:ext uri="{FF2B5EF4-FFF2-40B4-BE49-F238E27FC236}">
                <a16:creationId xmlns:a16="http://schemas.microsoft.com/office/drawing/2014/main" id="{C0201FA7-0328-D777-FD0A-7D9829844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323114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992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D819EC06-95FA-4182-A069-1FA626C7A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18EB1A4A-D79A-42CF-8F0E-83C097672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B6D4E-F6F7-DC5F-4B87-D4C98CBF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8" y="609601"/>
            <a:ext cx="10017455" cy="1216024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System Architecture</a:t>
            </a:r>
            <a:endParaRPr lang="en-US" dirty="0"/>
          </a:p>
        </p:txBody>
      </p:sp>
      <p:sp>
        <p:nvSpPr>
          <p:cNvPr id="76" name="Content Placeholder 75">
            <a:extLst>
              <a:ext uri="{FF2B5EF4-FFF2-40B4-BE49-F238E27FC236}">
                <a16:creationId xmlns:a16="http://schemas.microsoft.com/office/drawing/2014/main" id="{170EDA9E-E41C-088F-DCE9-E75FB907F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2435226"/>
            <a:ext cx="9880979" cy="38191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Frontend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React.js dashboard interface</a:t>
            </a:r>
            <a:endParaRPr lang="en-US" dirty="0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Backend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</a:t>
            </a:r>
            <a:r>
              <a:rPr lang="en-US" dirty="0" err="1">
                <a:ea typeface="+mn-lt"/>
                <a:cs typeface="+mn-lt"/>
              </a:rPr>
              <a:t>FastAPI</a:t>
            </a:r>
            <a:r>
              <a:rPr lang="en-US" dirty="0">
                <a:ea typeface="+mn-lt"/>
                <a:cs typeface="+mn-lt"/>
              </a:rPr>
              <a:t> server for data processing</a:t>
            </a:r>
            <a:endParaRPr lang="en-US" dirty="0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AI Modules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CNN for facial emotion detection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• Whisper for speech recognition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• NLP analysis using NLTK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Results are displayed through an </a:t>
            </a:r>
            <a:r>
              <a:rPr lang="en-US" b="1" dirty="0">
                <a:ea typeface="+mn-lt"/>
                <a:cs typeface="+mn-lt"/>
              </a:rPr>
              <a:t>interactive analytics dashboard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81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EAB42-64DD-03FB-E7F9-E7278699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Working Flow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F15505-9D1A-9CF2-361F-0F492F806C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91477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751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127FB-A55A-424C-7CA2-3CB5E3DF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Conclusion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F6B425-9335-6074-A17B-40709E5DA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8397954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1561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584D22-CD28-4363-A679-ACA953A2A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B0E491B-5098-4794-9326-BC6DB4755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2992"/>
            <a:ext cx="12193149" cy="2344739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2344739">
                <a:moveTo>
                  <a:pt x="1148" y="0"/>
                </a:moveTo>
                <a:lnTo>
                  <a:pt x="12193148" y="0"/>
                </a:lnTo>
                <a:cubicBezTo>
                  <a:pt x="12193148" y="193246"/>
                  <a:pt x="12193149" y="386493"/>
                  <a:pt x="12193149" y="579739"/>
                </a:cubicBezTo>
                <a:lnTo>
                  <a:pt x="12185986" y="584189"/>
                </a:lnTo>
                <a:cubicBezTo>
                  <a:pt x="12156393" y="577430"/>
                  <a:pt x="12176978" y="588328"/>
                  <a:pt x="12156363" y="597366"/>
                </a:cubicBezTo>
                <a:cubicBezTo>
                  <a:pt x="12172308" y="611308"/>
                  <a:pt x="12127905" y="602876"/>
                  <a:pt x="12139215" y="623179"/>
                </a:cubicBezTo>
                <a:cubicBezTo>
                  <a:pt x="12135103" y="624180"/>
                  <a:pt x="12130766" y="624512"/>
                  <a:pt x="12126327" y="624690"/>
                </a:cubicBezTo>
                <a:lnTo>
                  <a:pt x="12124007" y="624794"/>
                </a:lnTo>
                <a:lnTo>
                  <a:pt x="12116854" y="628608"/>
                </a:lnTo>
                <a:lnTo>
                  <a:pt x="12099497" y="628139"/>
                </a:lnTo>
                <a:cubicBezTo>
                  <a:pt x="12095162" y="629804"/>
                  <a:pt x="12090978" y="632365"/>
                  <a:pt x="12087073" y="636341"/>
                </a:cubicBezTo>
                <a:cubicBezTo>
                  <a:pt x="12078890" y="656743"/>
                  <a:pt x="12040481" y="653846"/>
                  <a:pt x="12031073" y="680009"/>
                </a:cubicBezTo>
                <a:cubicBezTo>
                  <a:pt x="12026399" y="688254"/>
                  <a:pt x="12004497" y="705355"/>
                  <a:pt x="11995833" y="703458"/>
                </a:cubicBezTo>
                <a:cubicBezTo>
                  <a:pt x="11990333" y="705967"/>
                  <a:pt x="11986699" y="712045"/>
                  <a:pt x="11979717" y="708161"/>
                </a:cubicBezTo>
                <a:cubicBezTo>
                  <a:pt x="11970382" y="704240"/>
                  <a:pt x="11963763" y="727262"/>
                  <a:pt x="11959046" y="717558"/>
                </a:cubicBezTo>
                <a:lnTo>
                  <a:pt x="11920454" y="730883"/>
                </a:lnTo>
                <a:cubicBezTo>
                  <a:pt x="11919152" y="737943"/>
                  <a:pt x="11912619" y="740145"/>
                  <a:pt x="11903656" y="742426"/>
                </a:cubicBezTo>
                <a:lnTo>
                  <a:pt x="11895048" y="744791"/>
                </a:lnTo>
                <a:lnTo>
                  <a:pt x="11891968" y="755729"/>
                </a:lnTo>
                <a:cubicBezTo>
                  <a:pt x="11881074" y="746401"/>
                  <a:pt x="11884523" y="777742"/>
                  <a:pt x="11870776" y="777816"/>
                </a:cubicBezTo>
                <a:lnTo>
                  <a:pt x="11813376" y="797659"/>
                </a:lnTo>
                <a:lnTo>
                  <a:pt x="11590693" y="963777"/>
                </a:lnTo>
                <a:cubicBezTo>
                  <a:pt x="11550201" y="990714"/>
                  <a:pt x="11542649" y="940770"/>
                  <a:pt x="11506817" y="1033623"/>
                </a:cubicBezTo>
                <a:cubicBezTo>
                  <a:pt x="11450023" y="1089460"/>
                  <a:pt x="11337127" y="1190174"/>
                  <a:pt x="11280332" y="1223571"/>
                </a:cubicBezTo>
                <a:cubicBezTo>
                  <a:pt x="11267547" y="1231171"/>
                  <a:pt x="11229147" y="1296589"/>
                  <a:pt x="11228309" y="1276236"/>
                </a:cubicBezTo>
                <a:cubicBezTo>
                  <a:pt x="11223950" y="1278203"/>
                  <a:pt x="11220761" y="1277680"/>
                  <a:pt x="11218087" y="1275961"/>
                </a:cubicBezTo>
                <a:lnTo>
                  <a:pt x="11217184" y="1275018"/>
                </a:lnTo>
                <a:lnTo>
                  <a:pt x="11188885" y="1292383"/>
                </a:lnTo>
                <a:lnTo>
                  <a:pt x="11184501" y="1292525"/>
                </a:lnTo>
                <a:lnTo>
                  <a:pt x="11166854" y="1306612"/>
                </a:lnTo>
                <a:lnTo>
                  <a:pt x="11157311" y="1312414"/>
                </a:lnTo>
                <a:lnTo>
                  <a:pt x="11155496" y="1317097"/>
                </a:lnTo>
                <a:cubicBezTo>
                  <a:pt x="11153045" y="1320465"/>
                  <a:pt x="11148902" y="1323112"/>
                  <a:pt x="11140961" y="1324115"/>
                </a:cubicBezTo>
                <a:lnTo>
                  <a:pt x="11138961" y="1323772"/>
                </a:lnTo>
                <a:lnTo>
                  <a:pt x="11128208" y="1333832"/>
                </a:lnTo>
                <a:cubicBezTo>
                  <a:pt x="11124962" y="1337814"/>
                  <a:pt x="11122359" y="1342287"/>
                  <a:pt x="11120691" y="1347424"/>
                </a:cubicBezTo>
                <a:cubicBezTo>
                  <a:pt x="11081770" y="1370685"/>
                  <a:pt x="10952581" y="1444106"/>
                  <a:pt x="10894683" y="1473399"/>
                </a:cubicBezTo>
                <a:cubicBezTo>
                  <a:pt x="10861781" y="1488434"/>
                  <a:pt x="10817803" y="1508886"/>
                  <a:pt x="10773300" y="1523191"/>
                </a:cubicBezTo>
                <a:cubicBezTo>
                  <a:pt x="10733414" y="1567419"/>
                  <a:pt x="10677791" y="1526735"/>
                  <a:pt x="10627668" y="1559229"/>
                </a:cubicBezTo>
                <a:cubicBezTo>
                  <a:pt x="10590276" y="1542103"/>
                  <a:pt x="10613693" y="1562282"/>
                  <a:pt x="10581895" y="1568689"/>
                </a:cubicBezTo>
                <a:cubicBezTo>
                  <a:pt x="10597733" y="1591656"/>
                  <a:pt x="10540912" y="1568241"/>
                  <a:pt x="10547790" y="1598423"/>
                </a:cubicBezTo>
                <a:cubicBezTo>
                  <a:pt x="10541784" y="1598632"/>
                  <a:pt x="10535750" y="1597886"/>
                  <a:pt x="10529643" y="1596907"/>
                </a:cubicBezTo>
                <a:lnTo>
                  <a:pt x="10526446" y="1596411"/>
                </a:lnTo>
                <a:lnTo>
                  <a:pt x="10515129" y="1599537"/>
                </a:lnTo>
                <a:lnTo>
                  <a:pt x="10491735" y="1594156"/>
                </a:lnTo>
                <a:cubicBezTo>
                  <a:pt x="10485147" y="1595190"/>
                  <a:pt x="10478389" y="1597459"/>
                  <a:pt x="10471418" y="1601693"/>
                </a:cubicBezTo>
                <a:cubicBezTo>
                  <a:pt x="10451763" y="1626665"/>
                  <a:pt x="10400774" y="1612276"/>
                  <a:pt x="10377042" y="1644598"/>
                </a:cubicBezTo>
                <a:cubicBezTo>
                  <a:pt x="10367240" y="1654315"/>
                  <a:pt x="10330319" y="1671126"/>
                  <a:pt x="10319338" y="1666221"/>
                </a:cubicBezTo>
                <a:cubicBezTo>
                  <a:pt x="10310813" y="1668060"/>
                  <a:pt x="10303331" y="1675173"/>
                  <a:pt x="10295467" y="1668079"/>
                </a:cubicBezTo>
                <a:cubicBezTo>
                  <a:pt x="10284420" y="1660290"/>
                  <a:pt x="10265794" y="1689186"/>
                  <a:pt x="10263443" y="1674948"/>
                </a:cubicBezTo>
                <a:lnTo>
                  <a:pt x="10205418" y="1682149"/>
                </a:lnTo>
                <a:cubicBezTo>
                  <a:pt x="10200696" y="1691209"/>
                  <a:pt x="10190895" y="1692356"/>
                  <a:pt x="10177759" y="1692943"/>
                </a:cubicBezTo>
                <a:lnTo>
                  <a:pt x="10165070" y="1693739"/>
                </a:lnTo>
                <a:lnTo>
                  <a:pt x="10156308" y="1707487"/>
                </a:lnTo>
                <a:cubicBezTo>
                  <a:pt x="10145406" y="1692057"/>
                  <a:pt x="10136981" y="1734810"/>
                  <a:pt x="10118267" y="1731142"/>
                </a:cubicBezTo>
                <a:lnTo>
                  <a:pt x="10083317" y="1743296"/>
                </a:lnTo>
                <a:cubicBezTo>
                  <a:pt x="10075718" y="1741227"/>
                  <a:pt x="10048011" y="1742555"/>
                  <a:pt x="10040388" y="1741632"/>
                </a:cubicBezTo>
                <a:cubicBezTo>
                  <a:pt x="9999609" y="1751733"/>
                  <a:pt x="9985545" y="1752223"/>
                  <a:pt x="9961167" y="1757147"/>
                </a:cubicBezTo>
                <a:cubicBezTo>
                  <a:pt x="9920131" y="1757289"/>
                  <a:pt x="9889892" y="1754090"/>
                  <a:pt x="9848940" y="1763915"/>
                </a:cubicBezTo>
                <a:lnTo>
                  <a:pt x="9729457" y="1784122"/>
                </a:lnTo>
                <a:cubicBezTo>
                  <a:pt x="9676207" y="1774536"/>
                  <a:pt x="9631235" y="1799759"/>
                  <a:pt x="9613704" y="1812371"/>
                </a:cubicBezTo>
                <a:cubicBezTo>
                  <a:pt x="9548152" y="1826647"/>
                  <a:pt x="9410970" y="1863993"/>
                  <a:pt x="9338590" y="1869293"/>
                </a:cubicBezTo>
                <a:lnTo>
                  <a:pt x="9232518" y="1893149"/>
                </a:lnTo>
                <a:lnTo>
                  <a:pt x="9156690" y="1903228"/>
                </a:lnTo>
                <a:lnTo>
                  <a:pt x="9054601" y="1910755"/>
                </a:lnTo>
                <a:lnTo>
                  <a:pt x="9006634" y="1914040"/>
                </a:lnTo>
                <a:lnTo>
                  <a:pt x="9006349" y="1913800"/>
                </a:lnTo>
                <a:cubicBezTo>
                  <a:pt x="9004294" y="1913580"/>
                  <a:pt x="9001475" y="1913908"/>
                  <a:pt x="8997380" y="1915011"/>
                </a:cubicBezTo>
                <a:lnTo>
                  <a:pt x="8991542" y="1917072"/>
                </a:lnTo>
                <a:lnTo>
                  <a:pt x="8975485" y="1920298"/>
                </a:lnTo>
                <a:lnTo>
                  <a:pt x="8969159" y="1919598"/>
                </a:lnTo>
                <a:lnTo>
                  <a:pt x="8964196" y="1917373"/>
                </a:lnTo>
                <a:cubicBezTo>
                  <a:pt x="8955841" y="1925324"/>
                  <a:pt x="8956668" y="1934272"/>
                  <a:pt x="8930136" y="1914185"/>
                </a:cubicBezTo>
                <a:cubicBezTo>
                  <a:pt x="8899182" y="1915205"/>
                  <a:pt x="8790451" y="1929860"/>
                  <a:pt x="8753592" y="1933417"/>
                </a:cubicBezTo>
                <a:cubicBezTo>
                  <a:pt x="8720970" y="1944137"/>
                  <a:pt x="8749345" y="1930476"/>
                  <a:pt x="8708995" y="1935518"/>
                </a:cubicBezTo>
                <a:cubicBezTo>
                  <a:pt x="8672757" y="1955053"/>
                  <a:pt x="8640293" y="1938613"/>
                  <a:pt x="8597219" y="1944090"/>
                </a:cubicBezTo>
                <a:lnTo>
                  <a:pt x="8526378" y="1929248"/>
                </a:lnTo>
                <a:lnTo>
                  <a:pt x="8512131" y="1935163"/>
                </a:lnTo>
                <a:lnTo>
                  <a:pt x="8507315" y="1938164"/>
                </a:lnTo>
                <a:cubicBezTo>
                  <a:pt x="8503797" y="1939941"/>
                  <a:pt x="8501196" y="1940752"/>
                  <a:pt x="8499116" y="1940902"/>
                </a:cubicBezTo>
                <a:lnTo>
                  <a:pt x="8498742" y="1940723"/>
                </a:lnTo>
                <a:lnTo>
                  <a:pt x="8491397" y="1943773"/>
                </a:lnTo>
                <a:lnTo>
                  <a:pt x="8368330" y="1957815"/>
                </a:lnTo>
                <a:cubicBezTo>
                  <a:pt x="8363173" y="1959840"/>
                  <a:pt x="8358881" y="1959492"/>
                  <a:pt x="8354947" y="1958009"/>
                </a:cubicBezTo>
                <a:lnTo>
                  <a:pt x="8321252" y="1974587"/>
                </a:lnTo>
                <a:lnTo>
                  <a:pt x="8315581" y="1974913"/>
                </a:lnTo>
                <a:lnTo>
                  <a:pt x="8296322" y="1988808"/>
                </a:lnTo>
                <a:lnTo>
                  <a:pt x="8285424" y="1994631"/>
                </a:lnTo>
                <a:lnTo>
                  <a:pt x="8284298" y="1999074"/>
                </a:lnTo>
                <a:cubicBezTo>
                  <a:pt x="8281994" y="2002319"/>
                  <a:pt x="8277300" y="2004967"/>
                  <a:pt x="8267224" y="2006249"/>
                </a:cubicBezTo>
                <a:lnTo>
                  <a:pt x="8264525" y="2006019"/>
                </a:lnTo>
                <a:lnTo>
                  <a:pt x="8253181" y="2015862"/>
                </a:lnTo>
                <a:cubicBezTo>
                  <a:pt x="8250007" y="2019712"/>
                  <a:pt x="8247795" y="2023994"/>
                  <a:pt x="8246982" y="2028854"/>
                </a:cubicBezTo>
                <a:cubicBezTo>
                  <a:pt x="8182975" y="2025947"/>
                  <a:pt x="8148279" y="2060069"/>
                  <a:pt x="8091420" y="2075015"/>
                </a:cubicBezTo>
                <a:cubicBezTo>
                  <a:pt x="8026616" y="2098157"/>
                  <a:pt x="7968218" y="2119393"/>
                  <a:pt x="7906555" y="2116988"/>
                </a:cubicBezTo>
                <a:cubicBezTo>
                  <a:pt x="7836267" y="2131900"/>
                  <a:pt x="7782114" y="2134131"/>
                  <a:pt x="7719893" y="2142703"/>
                </a:cubicBezTo>
                <a:lnTo>
                  <a:pt x="7615495" y="2139232"/>
                </a:lnTo>
                <a:lnTo>
                  <a:pt x="7528691" y="2145060"/>
                </a:lnTo>
                <a:lnTo>
                  <a:pt x="7520719" y="2147613"/>
                </a:lnTo>
                <a:cubicBezTo>
                  <a:pt x="7515141" y="2148952"/>
                  <a:pt x="7511320" y="2149302"/>
                  <a:pt x="7508559" y="2148948"/>
                </a:cubicBezTo>
                <a:lnTo>
                  <a:pt x="7508188" y="2148621"/>
                </a:lnTo>
                <a:lnTo>
                  <a:pt x="7496943" y="2150573"/>
                </a:lnTo>
                <a:lnTo>
                  <a:pt x="7219707" y="2156680"/>
                </a:lnTo>
                <a:lnTo>
                  <a:pt x="7202249" y="2161230"/>
                </a:lnTo>
                <a:lnTo>
                  <a:pt x="7198152" y="2166588"/>
                </a:lnTo>
                <a:cubicBezTo>
                  <a:pt x="7193259" y="2170111"/>
                  <a:pt x="7185654" y="2172250"/>
                  <a:pt x="7171956" y="2171236"/>
                </a:cubicBezTo>
                <a:lnTo>
                  <a:pt x="7098136" y="2183464"/>
                </a:lnTo>
                <a:cubicBezTo>
                  <a:pt x="7062296" y="2184442"/>
                  <a:pt x="7051336" y="2185419"/>
                  <a:pt x="7019644" y="2183090"/>
                </a:cubicBezTo>
                <a:cubicBezTo>
                  <a:pt x="6938675" y="2194028"/>
                  <a:pt x="6944793" y="2218194"/>
                  <a:pt x="6905294" y="2212596"/>
                </a:cubicBezTo>
                <a:cubicBezTo>
                  <a:pt x="6873070" y="2207388"/>
                  <a:pt x="6789137" y="2226462"/>
                  <a:pt x="6709370" y="2240551"/>
                </a:cubicBezTo>
                <a:cubicBezTo>
                  <a:pt x="6650254" y="2250006"/>
                  <a:pt x="6629253" y="2264107"/>
                  <a:pt x="6550602" y="2269327"/>
                </a:cubicBezTo>
                <a:cubicBezTo>
                  <a:pt x="6473302" y="2313417"/>
                  <a:pt x="6410843" y="2289694"/>
                  <a:pt x="6318708" y="2316127"/>
                </a:cubicBezTo>
                <a:cubicBezTo>
                  <a:pt x="6298698" y="2331649"/>
                  <a:pt x="6210439" y="2314456"/>
                  <a:pt x="6169822" y="2318214"/>
                </a:cubicBezTo>
                <a:cubicBezTo>
                  <a:pt x="6129203" y="2321972"/>
                  <a:pt x="6091688" y="2335520"/>
                  <a:pt x="6074996" y="2338676"/>
                </a:cubicBezTo>
                <a:lnTo>
                  <a:pt x="6069677" y="2337139"/>
                </a:lnTo>
                <a:lnTo>
                  <a:pt x="6049786" y="2337822"/>
                </a:lnTo>
                <a:lnTo>
                  <a:pt x="6042433" y="2329473"/>
                </a:lnTo>
                <a:lnTo>
                  <a:pt x="6011238" y="2324380"/>
                </a:lnTo>
                <a:cubicBezTo>
                  <a:pt x="5999830" y="2323793"/>
                  <a:pt x="5971276" y="2324706"/>
                  <a:pt x="5958523" y="2328024"/>
                </a:cubicBezTo>
                <a:lnTo>
                  <a:pt x="5760067" y="2343716"/>
                </a:lnTo>
                <a:lnTo>
                  <a:pt x="5628108" y="2344739"/>
                </a:lnTo>
                <a:lnTo>
                  <a:pt x="5472054" y="2330719"/>
                </a:lnTo>
                <a:cubicBezTo>
                  <a:pt x="5479284" y="2317691"/>
                  <a:pt x="5440157" y="2331757"/>
                  <a:pt x="5433909" y="2319466"/>
                </a:cubicBezTo>
                <a:cubicBezTo>
                  <a:pt x="5430517" y="2309434"/>
                  <a:pt x="5392976" y="2304750"/>
                  <a:pt x="5382817" y="2301764"/>
                </a:cubicBezTo>
                <a:lnTo>
                  <a:pt x="5262912" y="2281347"/>
                </a:lnTo>
                <a:cubicBezTo>
                  <a:pt x="5252746" y="2281163"/>
                  <a:pt x="5231699" y="2272853"/>
                  <a:pt x="5224109" y="2270223"/>
                </a:cubicBezTo>
                <a:lnTo>
                  <a:pt x="5175808" y="2267233"/>
                </a:lnTo>
                <a:lnTo>
                  <a:pt x="5157702" y="2260010"/>
                </a:lnTo>
                <a:lnTo>
                  <a:pt x="5143747" y="2256610"/>
                </a:lnTo>
                <a:lnTo>
                  <a:pt x="5140744" y="2254509"/>
                </a:lnTo>
                <a:cubicBezTo>
                  <a:pt x="5135026" y="2250469"/>
                  <a:pt x="5129229" y="2246658"/>
                  <a:pt x="5122807" y="2243656"/>
                </a:cubicBezTo>
                <a:cubicBezTo>
                  <a:pt x="5109467" y="2272275"/>
                  <a:pt x="5066004" y="2222839"/>
                  <a:pt x="5066938" y="2250227"/>
                </a:cubicBezTo>
                <a:cubicBezTo>
                  <a:pt x="5029345" y="2238711"/>
                  <a:pt x="5040096" y="2267800"/>
                  <a:pt x="5012662" y="2233846"/>
                </a:cubicBezTo>
                <a:cubicBezTo>
                  <a:pt x="4938174" y="2234229"/>
                  <a:pt x="4917504" y="2247236"/>
                  <a:pt x="4841589" y="2209829"/>
                </a:cubicBezTo>
                <a:cubicBezTo>
                  <a:pt x="4807890" y="2193187"/>
                  <a:pt x="4785258" y="2182041"/>
                  <a:pt x="4763595" y="2182061"/>
                </a:cubicBezTo>
                <a:cubicBezTo>
                  <a:pt x="4742475" y="2177561"/>
                  <a:pt x="4730631" y="2174738"/>
                  <a:pt x="4724334" y="2173047"/>
                </a:cubicBezTo>
                <a:lnTo>
                  <a:pt x="4722324" y="2172298"/>
                </a:lnTo>
                <a:lnTo>
                  <a:pt x="4723259" y="2172087"/>
                </a:lnTo>
                <a:cubicBezTo>
                  <a:pt x="4722296" y="2171445"/>
                  <a:pt x="4719415" y="2170839"/>
                  <a:pt x="4718350" y="2170817"/>
                </a:cubicBezTo>
                <a:lnTo>
                  <a:pt x="4722324" y="2172298"/>
                </a:lnTo>
                <a:lnTo>
                  <a:pt x="4716674" y="2173573"/>
                </a:lnTo>
                <a:cubicBezTo>
                  <a:pt x="4681300" y="2166617"/>
                  <a:pt x="4525895" y="2165809"/>
                  <a:pt x="4516962" y="2163671"/>
                </a:cubicBezTo>
                <a:cubicBezTo>
                  <a:pt x="4458971" y="2150559"/>
                  <a:pt x="4463810" y="2149818"/>
                  <a:pt x="4429691" y="2153020"/>
                </a:cubicBezTo>
                <a:cubicBezTo>
                  <a:pt x="4424455" y="2156391"/>
                  <a:pt x="4370126" y="2150097"/>
                  <a:pt x="4364023" y="2151674"/>
                </a:cubicBezTo>
                <a:lnTo>
                  <a:pt x="4318114" y="2158289"/>
                </a:lnTo>
                <a:lnTo>
                  <a:pt x="4316258" y="2156948"/>
                </a:lnTo>
                <a:cubicBezTo>
                  <a:pt x="4307275" y="2153577"/>
                  <a:pt x="4301145" y="2153578"/>
                  <a:pt x="4296292" y="2155069"/>
                </a:cubicBezTo>
                <a:lnTo>
                  <a:pt x="4291212" y="2157986"/>
                </a:lnTo>
                <a:lnTo>
                  <a:pt x="4277290" y="2157740"/>
                </a:lnTo>
                <a:lnTo>
                  <a:pt x="4249265" y="2160064"/>
                </a:lnTo>
                <a:lnTo>
                  <a:pt x="4203199" y="2157269"/>
                </a:lnTo>
                <a:cubicBezTo>
                  <a:pt x="4203096" y="2156849"/>
                  <a:pt x="4202995" y="2156430"/>
                  <a:pt x="4202893" y="2156010"/>
                </a:cubicBezTo>
                <a:cubicBezTo>
                  <a:pt x="4201267" y="2153173"/>
                  <a:pt x="4198292" y="2151054"/>
                  <a:pt x="4192396" y="2150376"/>
                </a:cubicBezTo>
                <a:cubicBezTo>
                  <a:pt x="4205365" y="2133087"/>
                  <a:pt x="4162425" y="2134982"/>
                  <a:pt x="4143893" y="2134511"/>
                </a:cubicBezTo>
                <a:cubicBezTo>
                  <a:pt x="4125868" y="2127445"/>
                  <a:pt x="4100250" y="2113865"/>
                  <a:pt x="4084245" y="2107978"/>
                </a:cubicBezTo>
                <a:lnTo>
                  <a:pt x="4075694" y="2107143"/>
                </a:lnTo>
                <a:cubicBezTo>
                  <a:pt x="4075655" y="2107042"/>
                  <a:pt x="4075614" y="2106943"/>
                  <a:pt x="4075575" y="2106844"/>
                </a:cubicBezTo>
                <a:cubicBezTo>
                  <a:pt x="4073829" y="2106060"/>
                  <a:pt x="4071057" y="2105559"/>
                  <a:pt x="4066658" y="2105400"/>
                </a:cubicBezTo>
                <a:lnTo>
                  <a:pt x="4060102" y="2105618"/>
                </a:lnTo>
                <a:lnTo>
                  <a:pt x="4043512" y="2103997"/>
                </a:lnTo>
                <a:lnTo>
                  <a:pt x="4038145" y="2101563"/>
                </a:lnTo>
                <a:lnTo>
                  <a:pt x="4036511" y="2097896"/>
                </a:lnTo>
                <a:lnTo>
                  <a:pt x="4034926" y="2098131"/>
                </a:lnTo>
                <a:cubicBezTo>
                  <a:pt x="4022576" y="2102995"/>
                  <a:pt x="4018025" y="2111371"/>
                  <a:pt x="4005686" y="2085563"/>
                </a:cubicBezTo>
                <a:lnTo>
                  <a:pt x="3937994" y="2068106"/>
                </a:lnTo>
                <a:cubicBezTo>
                  <a:pt x="3921658" y="2075830"/>
                  <a:pt x="3909686" y="2071141"/>
                  <a:pt x="3898423" y="2062451"/>
                </a:cubicBezTo>
                <a:cubicBezTo>
                  <a:pt x="3862243" y="2062947"/>
                  <a:pt x="3830779" y="2049077"/>
                  <a:pt x="3790908" y="2042213"/>
                </a:cubicBezTo>
                <a:cubicBezTo>
                  <a:pt x="3742158" y="2027507"/>
                  <a:pt x="3726280" y="2025530"/>
                  <a:pt x="3683661" y="2018290"/>
                </a:cubicBezTo>
                <a:lnTo>
                  <a:pt x="3611183" y="1986019"/>
                </a:lnTo>
                <a:lnTo>
                  <a:pt x="3605003" y="1987381"/>
                </a:lnTo>
                <a:cubicBezTo>
                  <a:pt x="3600731" y="1988000"/>
                  <a:pt x="3597877" y="1988000"/>
                  <a:pt x="3595884" y="1987545"/>
                </a:cubicBezTo>
                <a:lnTo>
                  <a:pt x="3595649" y="1987276"/>
                </a:lnTo>
                <a:lnTo>
                  <a:pt x="3587126" y="1987966"/>
                </a:lnTo>
                <a:cubicBezTo>
                  <a:pt x="3572774" y="1989757"/>
                  <a:pt x="3550540" y="1975558"/>
                  <a:pt x="3537283" y="1978267"/>
                </a:cubicBezTo>
                <a:cubicBezTo>
                  <a:pt x="3515092" y="1973971"/>
                  <a:pt x="3489773" y="1980236"/>
                  <a:pt x="3474371" y="1974606"/>
                </a:cubicBezTo>
                <a:lnTo>
                  <a:pt x="3401876" y="1962558"/>
                </a:lnTo>
                <a:lnTo>
                  <a:pt x="3365036" y="1979510"/>
                </a:lnTo>
                <a:cubicBezTo>
                  <a:pt x="3361007" y="1981808"/>
                  <a:pt x="3355145" y="1982886"/>
                  <a:pt x="3345174" y="1981192"/>
                </a:cubicBezTo>
                <a:lnTo>
                  <a:pt x="3342846" y="1980217"/>
                </a:lnTo>
                <a:cubicBezTo>
                  <a:pt x="3337528" y="1982688"/>
                  <a:pt x="3296694" y="1983818"/>
                  <a:pt x="3263504" y="1986094"/>
                </a:cubicBezTo>
                <a:cubicBezTo>
                  <a:pt x="3210873" y="1988435"/>
                  <a:pt x="3204538" y="1996407"/>
                  <a:pt x="3143704" y="1993869"/>
                </a:cubicBezTo>
                <a:cubicBezTo>
                  <a:pt x="3083839" y="1995098"/>
                  <a:pt x="3073438" y="2001104"/>
                  <a:pt x="3031439" y="1996512"/>
                </a:cubicBezTo>
                <a:lnTo>
                  <a:pt x="2782717" y="2018333"/>
                </a:lnTo>
                <a:cubicBezTo>
                  <a:pt x="2720447" y="2045988"/>
                  <a:pt x="2718750" y="2015419"/>
                  <a:pt x="2647675" y="2028869"/>
                </a:cubicBezTo>
                <a:cubicBezTo>
                  <a:pt x="2583664" y="1968934"/>
                  <a:pt x="2609849" y="2007202"/>
                  <a:pt x="2569176" y="2002628"/>
                </a:cubicBezTo>
                <a:lnTo>
                  <a:pt x="2444403" y="2016529"/>
                </a:lnTo>
                <a:cubicBezTo>
                  <a:pt x="2412730" y="2033089"/>
                  <a:pt x="2355175" y="2003000"/>
                  <a:pt x="2316260" y="2024996"/>
                </a:cubicBezTo>
                <a:cubicBezTo>
                  <a:pt x="2277148" y="2025534"/>
                  <a:pt x="2234330" y="2021339"/>
                  <a:pt x="2209726" y="2019763"/>
                </a:cubicBezTo>
                <a:cubicBezTo>
                  <a:pt x="2172984" y="2016106"/>
                  <a:pt x="2131016" y="2007174"/>
                  <a:pt x="2095813" y="2003052"/>
                </a:cubicBezTo>
                <a:cubicBezTo>
                  <a:pt x="2078687" y="2016661"/>
                  <a:pt x="2046700" y="1994357"/>
                  <a:pt x="1998504" y="1995032"/>
                </a:cubicBezTo>
                <a:cubicBezTo>
                  <a:pt x="1979851" y="2010679"/>
                  <a:pt x="1965997" y="1995296"/>
                  <a:pt x="1929320" y="2016977"/>
                </a:cubicBezTo>
                <a:cubicBezTo>
                  <a:pt x="1927506" y="2015185"/>
                  <a:pt x="1925308" y="2013558"/>
                  <a:pt x="1922798" y="2012146"/>
                </a:cubicBezTo>
                <a:cubicBezTo>
                  <a:pt x="1908224" y="2003952"/>
                  <a:pt x="1886476" y="2004665"/>
                  <a:pt x="1874228" y="2013741"/>
                </a:cubicBezTo>
                <a:cubicBezTo>
                  <a:pt x="1844711" y="2028500"/>
                  <a:pt x="1815838" y="2036277"/>
                  <a:pt x="1787803" y="2041363"/>
                </a:cubicBezTo>
                <a:lnTo>
                  <a:pt x="1739352" y="2036312"/>
                </a:lnTo>
                <a:cubicBezTo>
                  <a:pt x="1720756" y="2032746"/>
                  <a:pt x="1697809" y="2023837"/>
                  <a:pt x="1676219" y="2019963"/>
                </a:cubicBezTo>
                <a:cubicBezTo>
                  <a:pt x="1653856" y="2018758"/>
                  <a:pt x="1629782" y="2025363"/>
                  <a:pt x="1609817" y="2013066"/>
                </a:cubicBezTo>
                <a:cubicBezTo>
                  <a:pt x="1570834" y="2001390"/>
                  <a:pt x="1525521" y="2021545"/>
                  <a:pt x="1497258" y="1987476"/>
                </a:cubicBezTo>
                <a:cubicBezTo>
                  <a:pt x="1419429" y="1972767"/>
                  <a:pt x="1265224" y="1952754"/>
                  <a:pt x="1151127" y="1938041"/>
                </a:cubicBezTo>
                <a:cubicBezTo>
                  <a:pt x="1044820" y="1928230"/>
                  <a:pt x="911490" y="1929978"/>
                  <a:pt x="859417" y="1928608"/>
                </a:cubicBezTo>
                <a:lnTo>
                  <a:pt x="838688" y="1929821"/>
                </a:lnTo>
                <a:cubicBezTo>
                  <a:pt x="829380" y="1926412"/>
                  <a:pt x="823010" y="1926387"/>
                  <a:pt x="817957" y="1927857"/>
                </a:cubicBezTo>
                <a:lnTo>
                  <a:pt x="812654" y="1930751"/>
                </a:lnTo>
                <a:lnTo>
                  <a:pt x="721195" y="1929661"/>
                </a:lnTo>
                <a:cubicBezTo>
                  <a:pt x="721095" y="1929241"/>
                  <a:pt x="720991" y="1928820"/>
                  <a:pt x="720890" y="1928399"/>
                </a:cubicBezTo>
                <a:cubicBezTo>
                  <a:pt x="719222" y="1925556"/>
                  <a:pt x="716144" y="1923424"/>
                  <a:pt x="710023" y="1922722"/>
                </a:cubicBezTo>
                <a:cubicBezTo>
                  <a:pt x="689532" y="1914633"/>
                  <a:pt x="619665" y="1887450"/>
                  <a:pt x="597940" y="1879864"/>
                </a:cubicBezTo>
                <a:cubicBezTo>
                  <a:pt x="587430" y="1879265"/>
                  <a:pt x="583862" y="1877622"/>
                  <a:pt x="579683" y="1877212"/>
                </a:cubicBezTo>
                <a:lnTo>
                  <a:pt x="572865" y="1877401"/>
                </a:lnTo>
                <a:cubicBezTo>
                  <a:pt x="550627" y="1871095"/>
                  <a:pt x="474197" y="1846680"/>
                  <a:pt x="446247" y="1839371"/>
                </a:cubicBezTo>
                <a:cubicBezTo>
                  <a:pt x="429213" y="1847023"/>
                  <a:pt x="416808" y="1842285"/>
                  <a:pt x="405163" y="1833548"/>
                </a:cubicBezTo>
                <a:cubicBezTo>
                  <a:pt x="367566" y="1833890"/>
                  <a:pt x="334968" y="1819885"/>
                  <a:pt x="293583" y="1812852"/>
                </a:cubicBezTo>
                <a:lnTo>
                  <a:pt x="119529" y="1761047"/>
                </a:lnTo>
                <a:cubicBezTo>
                  <a:pt x="73377" y="1751937"/>
                  <a:pt x="36403" y="1759579"/>
                  <a:pt x="16674" y="1758191"/>
                </a:cubicBezTo>
                <a:lnTo>
                  <a:pt x="1150" y="1752722"/>
                </a:lnTo>
                <a:cubicBezTo>
                  <a:pt x="-1438" y="1496726"/>
                  <a:pt x="1148" y="514333"/>
                  <a:pt x="1148" y="222213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E4CAB-2CFC-6C67-61A3-1DFF618C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Future Scope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962641-E5B6-4C45-5CBA-859FF4E7B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697576"/>
              </p:ext>
            </p:extLst>
          </p:nvPr>
        </p:nvGraphicFramePr>
        <p:xfrm>
          <a:off x="1050925" y="2586251"/>
          <a:ext cx="10064998" cy="3662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8356445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rchive">
      <a:dk1>
        <a:sysClr val="windowText" lastClr="000000"/>
      </a:dk1>
      <a:lt1>
        <a:sysClr val="window" lastClr="FFFFFF"/>
      </a:lt1>
      <a:dk2>
        <a:srgbClr val="353B3D"/>
      </a:dk2>
      <a:lt2>
        <a:srgbClr val="EEECEA"/>
      </a:lt2>
      <a:accent1>
        <a:srgbClr val="A65E5E"/>
      </a:accent1>
      <a:accent2>
        <a:srgbClr val="9D6053"/>
      </a:accent2>
      <a:accent3>
        <a:srgbClr val="968274"/>
      </a:accent3>
      <a:accent4>
        <a:srgbClr val="878079"/>
      </a:accent4>
      <a:accent5>
        <a:srgbClr val="6C737A"/>
      </a:accent5>
      <a:accent6>
        <a:srgbClr val="697777"/>
      </a:accent6>
      <a:hlink>
        <a:srgbClr val="A25872"/>
      </a:hlink>
      <a:folHlink>
        <a:srgbClr val="667A7E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ArchiveVTI</vt:lpstr>
      <vt:lpstr>AI-Based Interview Performance Analyzer using CNN and NLP</vt:lpstr>
      <vt:lpstr>Abstract</vt:lpstr>
      <vt:lpstr>Introduction</vt:lpstr>
      <vt:lpstr>Existing System</vt:lpstr>
      <vt:lpstr>Proposed System</vt:lpstr>
      <vt:lpstr>System Requirements</vt:lpstr>
      <vt:lpstr>System Modules</vt:lpstr>
      <vt:lpstr>System Architecture</vt:lpstr>
      <vt:lpstr>Working Flow</vt:lpstr>
      <vt:lpstr>Conclusion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79</cp:revision>
  <dcterms:created xsi:type="dcterms:W3CDTF">2026-03-06T17:26:11Z</dcterms:created>
  <dcterms:modified xsi:type="dcterms:W3CDTF">2026-03-07T02:28:38Z</dcterms:modified>
</cp:coreProperties>
</file>