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E2E943-F8EF-47C4-8175-1A639B6F4DE2}" v="139" dt="2026-03-06T17:52:32.696"/>
    <p1510:client id="{AB74624A-BB41-4344-9C01-8331C3C1FFAD}" v="2" dt="2026-03-06T18:19:21.833"/>
    <p1510:client id="{C96752D1-9C12-404E-97FC-43B12CD4AD3B}" v="37" dt="2026-03-06T18:29:25.1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04F169-AC97-4927-8B25-9433F0F69CA3}" type="doc">
      <dgm:prSet loTypeId="urn:microsoft.com/office/officeart/2005/8/layout/process5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0F4646D-6070-46DB-935A-9F75F934FC6D}">
      <dgm:prSet/>
      <dgm:spPr/>
      <dgm:t>
        <a:bodyPr/>
        <a:lstStyle/>
        <a:p>
          <a:r>
            <a:rPr lang="en-US"/>
            <a:t>Mock interviews conducted by instructors or trainers</a:t>
          </a:r>
        </a:p>
      </dgm:t>
    </dgm:pt>
    <dgm:pt modelId="{14308BBE-0823-439F-B872-F8DA695D13FD}" type="parTrans" cxnId="{190FDB3C-90E9-43F6-9A31-52566889680B}">
      <dgm:prSet/>
      <dgm:spPr/>
      <dgm:t>
        <a:bodyPr/>
        <a:lstStyle/>
        <a:p>
          <a:endParaRPr lang="en-US"/>
        </a:p>
      </dgm:t>
    </dgm:pt>
    <dgm:pt modelId="{3CA73E22-418F-493F-A987-97828DC50340}" type="sibTrans" cxnId="{190FDB3C-90E9-43F6-9A31-52566889680B}">
      <dgm:prSet/>
      <dgm:spPr/>
      <dgm:t>
        <a:bodyPr/>
        <a:lstStyle/>
        <a:p>
          <a:endParaRPr lang="en-US"/>
        </a:p>
      </dgm:t>
    </dgm:pt>
    <dgm:pt modelId="{1E06BBFA-1D03-45AE-9533-28168BBC2834}">
      <dgm:prSet/>
      <dgm:spPr/>
      <dgm:t>
        <a:bodyPr/>
        <a:lstStyle/>
        <a:p>
          <a:r>
            <a:rPr lang="en-US"/>
            <a:t>Manual feedback based on observation</a:t>
          </a:r>
        </a:p>
      </dgm:t>
    </dgm:pt>
    <dgm:pt modelId="{446AC489-DC0C-42E2-AA23-D58E4A4C3288}" type="parTrans" cxnId="{6E0841E7-C860-4B2D-B3E0-040D7250DFEB}">
      <dgm:prSet/>
      <dgm:spPr/>
      <dgm:t>
        <a:bodyPr/>
        <a:lstStyle/>
        <a:p>
          <a:endParaRPr lang="en-US"/>
        </a:p>
      </dgm:t>
    </dgm:pt>
    <dgm:pt modelId="{997677A6-3DC2-44BF-B68D-057EDD4EF47A}" type="sibTrans" cxnId="{6E0841E7-C860-4B2D-B3E0-040D7250DFEB}">
      <dgm:prSet/>
      <dgm:spPr/>
      <dgm:t>
        <a:bodyPr/>
        <a:lstStyle/>
        <a:p>
          <a:endParaRPr lang="en-US"/>
        </a:p>
      </dgm:t>
    </dgm:pt>
    <dgm:pt modelId="{2B7C7C92-8FA7-476F-BC1B-DAEFDA30D1AE}">
      <dgm:prSet/>
      <dgm:spPr/>
      <dgm:t>
        <a:bodyPr/>
        <a:lstStyle/>
        <a:p>
          <a:r>
            <a:rPr lang="en-US"/>
            <a:t>Limited analysis of facial expressions and speech patterns</a:t>
          </a:r>
        </a:p>
      </dgm:t>
    </dgm:pt>
    <dgm:pt modelId="{64809F23-763D-4413-BE52-93414A48AD9B}" type="parTrans" cxnId="{D79D461C-EBFA-4D8D-8EFB-4FBE79D8FC90}">
      <dgm:prSet/>
      <dgm:spPr/>
      <dgm:t>
        <a:bodyPr/>
        <a:lstStyle/>
        <a:p>
          <a:endParaRPr lang="en-US"/>
        </a:p>
      </dgm:t>
    </dgm:pt>
    <dgm:pt modelId="{F5DFE16F-0CCA-41F9-A9C9-1922F5F725D2}" type="sibTrans" cxnId="{D79D461C-EBFA-4D8D-8EFB-4FBE79D8FC90}">
      <dgm:prSet/>
      <dgm:spPr/>
      <dgm:t>
        <a:bodyPr/>
        <a:lstStyle/>
        <a:p>
          <a:endParaRPr lang="en-US"/>
        </a:p>
      </dgm:t>
    </dgm:pt>
    <dgm:pt modelId="{A0C8605E-E7E9-4AD3-8FDE-EF3BD4CDA2C7}">
      <dgm:prSet/>
      <dgm:spPr/>
      <dgm:t>
        <a:bodyPr/>
        <a:lstStyle/>
        <a:p>
          <a:r>
            <a:rPr lang="en-US"/>
            <a:t>Evaluation may vary between evaluators</a:t>
          </a:r>
        </a:p>
      </dgm:t>
    </dgm:pt>
    <dgm:pt modelId="{A2869D08-EEA8-4246-BE9F-ED382B065354}" type="parTrans" cxnId="{5FDE523E-D59E-4002-9618-A256066FF5F8}">
      <dgm:prSet/>
      <dgm:spPr/>
      <dgm:t>
        <a:bodyPr/>
        <a:lstStyle/>
        <a:p>
          <a:endParaRPr lang="en-US"/>
        </a:p>
      </dgm:t>
    </dgm:pt>
    <dgm:pt modelId="{59ABEC7B-5A5C-476A-9833-AE9FBEBE4B1B}" type="sibTrans" cxnId="{5FDE523E-D59E-4002-9618-A256066FF5F8}">
      <dgm:prSet/>
      <dgm:spPr/>
      <dgm:t>
        <a:bodyPr/>
        <a:lstStyle/>
        <a:p>
          <a:endParaRPr lang="en-US"/>
        </a:p>
      </dgm:t>
    </dgm:pt>
    <dgm:pt modelId="{C715CA06-5050-402F-9660-B84177F9E6B3}" type="pres">
      <dgm:prSet presAssocID="{7C04F169-AC97-4927-8B25-9433F0F69CA3}" presName="diagram" presStyleCnt="0">
        <dgm:presLayoutVars>
          <dgm:dir/>
          <dgm:resizeHandles val="exact"/>
        </dgm:presLayoutVars>
      </dgm:prSet>
      <dgm:spPr/>
    </dgm:pt>
    <dgm:pt modelId="{C67E2777-3C29-4389-9895-CB6FA5A7ADE3}" type="pres">
      <dgm:prSet presAssocID="{80F4646D-6070-46DB-935A-9F75F934FC6D}" presName="node" presStyleLbl="node1" presStyleIdx="0" presStyleCnt="4">
        <dgm:presLayoutVars>
          <dgm:bulletEnabled val="1"/>
        </dgm:presLayoutVars>
      </dgm:prSet>
      <dgm:spPr/>
    </dgm:pt>
    <dgm:pt modelId="{E12BF823-90C8-4878-8713-443D9D6F46A5}" type="pres">
      <dgm:prSet presAssocID="{3CA73E22-418F-493F-A987-97828DC50340}" presName="sibTrans" presStyleLbl="sibTrans2D1" presStyleIdx="0" presStyleCnt="3"/>
      <dgm:spPr/>
    </dgm:pt>
    <dgm:pt modelId="{2EA5A264-576A-4C42-9300-AEDD9339596C}" type="pres">
      <dgm:prSet presAssocID="{3CA73E22-418F-493F-A987-97828DC50340}" presName="connectorText" presStyleLbl="sibTrans2D1" presStyleIdx="0" presStyleCnt="3"/>
      <dgm:spPr/>
    </dgm:pt>
    <dgm:pt modelId="{D163AD4D-664A-46FE-A0DC-2312FDF5A97A}" type="pres">
      <dgm:prSet presAssocID="{1E06BBFA-1D03-45AE-9533-28168BBC2834}" presName="node" presStyleLbl="node1" presStyleIdx="1" presStyleCnt="4">
        <dgm:presLayoutVars>
          <dgm:bulletEnabled val="1"/>
        </dgm:presLayoutVars>
      </dgm:prSet>
      <dgm:spPr/>
    </dgm:pt>
    <dgm:pt modelId="{8512D51B-D84D-4D78-8B73-FC717B0E574F}" type="pres">
      <dgm:prSet presAssocID="{997677A6-3DC2-44BF-B68D-057EDD4EF47A}" presName="sibTrans" presStyleLbl="sibTrans2D1" presStyleIdx="1" presStyleCnt="3"/>
      <dgm:spPr/>
    </dgm:pt>
    <dgm:pt modelId="{1CBE0077-9DD8-4051-A4A3-29626B443B3B}" type="pres">
      <dgm:prSet presAssocID="{997677A6-3DC2-44BF-B68D-057EDD4EF47A}" presName="connectorText" presStyleLbl="sibTrans2D1" presStyleIdx="1" presStyleCnt="3"/>
      <dgm:spPr/>
    </dgm:pt>
    <dgm:pt modelId="{58398BB1-EE20-4A0A-BFC9-EEA7CF64F0F4}" type="pres">
      <dgm:prSet presAssocID="{2B7C7C92-8FA7-476F-BC1B-DAEFDA30D1AE}" presName="node" presStyleLbl="node1" presStyleIdx="2" presStyleCnt="4">
        <dgm:presLayoutVars>
          <dgm:bulletEnabled val="1"/>
        </dgm:presLayoutVars>
      </dgm:prSet>
      <dgm:spPr/>
    </dgm:pt>
    <dgm:pt modelId="{E1C1FC8C-7A9D-40F5-B7D7-A150837F1BD4}" type="pres">
      <dgm:prSet presAssocID="{F5DFE16F-0CCA-41F9-A9C9-1922F5F725D2}" presName="sibTrans" presStyleLbl="sibTrans2D1" presStyleIdx="2" presStyleCnt="3"/>
      <dgm:spPr/>
    </dgm:pt>
    <dgm:pt modelId="{16D95FC1-8729-4073-A6CF-B1F65100FE88}" type="pres">
      <dgm:prSet presAssocID="{F5DFE16F-0CCA-41F9-A9C9-1922F5F725D2}" presName="connectorText" presStyleLbl="sibTrans2D1" presStyleIdx="2" presStyleCnt="3"/>
      <dgm:spPr/>
    </dgm:pt>
    <dgm:pt modelId="{8FFB9CEB-63C7-4996-A6F3-D943B5FA429C}" type="pres">
      <dgm:prSet presAssocID="{A0C8605E-E7E9-4AD3-8FDE-EF3BD4CDA2C7}" presName="node" presStyleLbl="node1" presStyleIdx="3" presStyleCnt="4">
        <dgm:presLayoutVars>
          <dgm:bulletEnabled val="1"/>
        </dgm:presLayoutVars>
      </dgm:prSet>
      <dgm:spPr/>
    </dgm:pt>
  </dgm:ptLst>
  <dgm:cxnLst>
    <dgm:cxn modelId="{D79D461C-EBFA-4D8D-8EFB-4FBE79D8FC90}" srcId="{7C04F169-AC97-4927-8B25-9433F0F69CA3}" destId="{2B7C7C92-8FA7-476F-BC1B-DAEFDA30D1AE}" srcOrd="2" destOrd="0" parTransId="{64809F23-763D-4413-BE52-93414A48AD9B}" sibTransId="{F5DFE16F-0CCA-41F9-A9C9-1922F5F725D2}"/>
    <dgm:cxn modelId="{4F22E926-B31A-47CF-9521-6CB8B41ECBF4}" type="presOf" srcId="{997677A6-3DC2-44BF-B68D-057EDD4EF47A}" destId="{8512D51B-D84D-4D78-8B73-FC717B0E574F}" srcOrd="0" destOrd="0" presId="urn:microsoft.com/office/officeart/2005/8/layout/process5"/>
    <dgm:cxn modelId="{18D79129-FFC0-4561-800A-D743E00F1343}" type="presOf" srcId="{3CA73E22-418F-493F-A987-97828DC50340}" destId="{E12BF823-90C8-4878-8713-443D9D6F46A5}" srcOrd="0" destOrd="0" presId="urn:microsoft.com/office/officeart/2005/8/layout/process5"/>
    <dgm:cxn modelId="{F7FF8E2B-81CE-4A88-943D-4B90D4AEF8C0}" type="presOf" srcId="{3CA73E22-418F-493F-A987-97828DC50340}" destId="{2EA5A264-576A-4C42-9300-AEDD9339596C}" srcOrd="1" destOrd="0" presId="urn:microsoft.com/office/officeart/2005/8/layout/process5"/>
    <dgm:cxn modelId="{190FDB3C-90E9-43F6-9A31-52566889680B}" srcId="{7C04F169-AC97-4927-8B25-9433F0F69CA3}" destId="{80F4646D-6070-46DB-935A-9F75F934FC6D}" srcOrd="0" destOrd="0" parTransId="{14308BBE-0823-439F-B872-F8DA695D13FD}" sibTransId="{3CA73E22-418F-493F-A987-97828DC50340}"/>
    <dgm:cxn modelId="{5FDE523E-D59E-4002-9618-A256066FF5F8}" srcId="{7C04F169-AC97-4927-8B25-9433F0F69CA3}" destId="{A0C8605E-E7E9-4AD3-8FDE-EF3BD4CDA2C7}" srcOrd="3" destOrd="0" parTransId="{A2869D08-EEA8-4246-BE9F-ED382B065354}" sibTransId="{59ABEC7B-5A5C-476A-9833-AE9FBEBE4B1B}"/>
    <dgm:cxn modelId="{B4A94A61-9AB9-4BCB-9F2A-641D464114AB}" type="presOf" srcId="{A0C8605E-E7E9-4AD3-8FDE-EF3BD4CDA2C7}" destId="{8FFB9CEB-63C7-4996-A6F3-D943B5FA429C}" srcOrd="0" destOrd="0" presId="urn:microsoft.com/office/officeart/2005/8/layout/process5"/>
    <dgm:cxn modelId="{596C776A-4F28-4F38-867D-51FD5276C36A}" type="presOf" srcId="{997677A6-3DC2-44BF-B68D-057EDD4EF47A}" destId="{1CBE0077-9DD8-4051-A4A3-29626B443B3B}" srcOrd="1" destOrd="0" presId="urn:microsoft.com/office/officeart/2005/8/layout/process5"/>
    <dgm:cxn modelId="{1C2C367E-56EE-4327-BE6F-2E61E066EE2B}" type="presOf" srcId="{80F4646D-6070-46DB-935A-9F75F934FC6D}" destId="{C67E2777-3C29-4389-9895-CB6FA5A7ADE3}" srcOrd="0" destOrd="0" presId="urn:microsoft.com/office/officeart/2005/8/layout/process5"/>
    <dgm:cxn modelId="{D805FAB2-25C4-4634-A3EA-DE588969D73C}" type="presOf" srcId="{1E06BBFA-1D03-45AE-9533-28168BBC2834}" destId="{D163AD4D-664A-46FE-A0DC-2312FDF5A97A}" srcOrd="0" destOrd="0" presId="urn:microsoft.com/office/officeart/2005/8/layout/process5"/>
    <dgm:cxn modelId="{75EB03BE-9C23-410F-A3E0-8264C6CCED17}" type="presOf" srcId="{F5DFE16F-0CCA-41F9-A9C9-1922F5F725D2}" destId="{16D95FC1-8729-4073-A6CF-B1F65100FE88}" srcOrd="1" destOrd="0" presId="urn:microsoft.com/office/officeart/2005/8/layout/process5"/>
    <dgm:cxn modelId="{ECF832CE-7F39-486B-A73D-FD0A78265D2A}" type="presOf" srcId="{7C04F169-AC97-4927-8B25-9433F0F69CA3}" destId="{C715CA06-5050-402F-9660-B84177F9E6B3}" srcOrd="0" destOrd="0" presId="urn:microsoft.com/office/officeart/2005/8/layout/process5"/>
    <dgm:cxn modelId="{E5A8D6D0-A4AB-4D7C-999F-D6C46AF901B6}" type="presOf" srcId="{2B7C7C92-8FA7-476F-BC1B-DAEFDA30D1AE}" destId="{58398BB1-EE20-4A0A-BFC9-EEA7CF64F0F4}" srcOrd="0" destOrd="0" presId="urn:microsoft.com/office/officeart/2005/8/layout/process5"/>
    <dgm:cxn modelId="{6E0841E7-C860-4B2D-B3E0-040D7250DFEB}" srcId="{7C04F169-AC97-4927-8B25-9433F0F69CA3}" destId="{1E06BBFA-1D03-45AE-9533-28168BBC2834}" srcOrd="1" destOrd="0" parTransId="{446AC489-DC0C-42E2-AA23-D58E4A4C3288}" sibTransId="{997677A6-3DC2-44BF-B68D-057EDD4EF47A}"/>
    <dgm:cxn modelId="{01CCC9F4-894A-41EB-BBB1-63021CF45F11}" type="presOf" srcId="{F5DFE16F-0CCA-41F9-A9C9-1922F5F725D2}" destId="{E1C1FC8C-7A9D-40F5-B7D7-A150837F1BD4}" srcOrd="0" destOrd="0" presId="urn:microsoft.com/office/officeart/2005/8/layout/process5"/>
    <dgm:cxn modelId="{838BBE80-29BE-4A85-8DD8-B27B759DE3D8}" type="presParOf" srcId="{C715CA06-5050-402F-9660-B84177F9E6B3}" destId="{C67E2777-3C29-4389-9895-CB6FA5A7ADE3}" srcOrd="0" destOrd="0" presId="urn:microsoft.com/office/officeart/2005/8/layout/process5"/>
    <dgm:cxn modelId="{995F46E8-CEB7-4B21-A632-08543B47902A}" type="presParOf" srcId="{C715CA06-5050-402F-9660-B84177F9E6B3}" destId="{E12BF823-90C8-4878-8713-443D9D6F46A5}" srcOrd="1" destOrd="0" presId="urn:microsoft.com/office/officeart/2005/8/layout/process5"/>
    <dgm:cxn modelId="{85FFF35F-C883-412F-988B-A7D8AE06585B}" type="presParOf" srcId="{E12BF823-90C8-4878-8713-443D9D6F46A5}" destId="{2EA5A264-576A-4C42-9300-AEDD9339596C}" srcOrd="0" destOrd="0" presId="urn:microsoft.com/office/officeart/2005/8/layout/process5"/>
    <dgm:cxn modelId="{474FB516-4DDE-49E6-893D-12249050D4E7}" type="presParOf" srcId="{C715CA06-5050-402F-9660-B84177F9E6B3}" destId="{D163AD4D-664A-46FE-A0DC-2312FDF5A97A}" srcOrd="2" destOrd="0" presId="urn:microsoft.com/office/officeart/2005/8/layout/process5"/>
    <dgm:cxn modelId="{017E527A-E4B6-4C9E-BCDC-B8CB4E799849}" type="presParOf" srcId="{C715CA06-5050-402F-9660-B84177F9E6B3}" destId="{8512D51B-D84D-4D78-8B73-FC717B0E574F}" srcOrd="3" destOrd="0" presId="urn:microsoft.com/office/officeart/2005/8/layout/process5"/>
    <dgm:cxn modelId="{B320BBA4-8CEE-45A1-A066-9283CF04AD47}" type="presParOf" srcId="{8512D51B-D84D-4D78-8B73-FC717B0E574F}" destId="{1CBE0077-9DD8-4051-A4A3-29626B443B3B}" srcOrd="0" destOrd="0" presId="urn:microsoft.com/office/officeart/2005/8/layout/process5"/>
    <dgm:cxn modelId="{117089B2-2022-4249-9A38-23CF52766030}" type="presParOf" srcId="{C715CA06-5050-402F-9660-B84177F9E6B3}" destId="{58398BB1-EE20-4A0A-BFC9-EEA7CF64F0F4}" srcOrd="4" destOrd="0" presId="urn:microsoft.com/office/officeart/2005/8/layout/process5"/>
    <dgm:cxn modelId="{BBCB5836-32C9-4F1F-8AA8-F9EC76E5DD78}" type="presParOf" srcId="{C715CA06-5050-402F-9660-B84177F9E6B3}" destId="{E1C1FC8C-7A9D-40F5-B7D7-A150837F1BD4}" srcOrd="5" destOrd="0" presId="urn:microsoft.com/office/officeart/2005/8/layout/process5"/>
    <dgm:cxn modelId="{FF52CE02-4F6F-4F0C-9AF9-ABC0BFF9448B}" type="presParOf" srcId="{E1C1FC8C-7A9D-40F5-B7D7-A150837F1BD4}" destId="{16D95FC1-8729-4073-A6CF-B1F65100FE88}" srcOrd="0" destOrd="0" presId="urn:microsoft.com/office/officeart/2005/8/layout/process5"/>
    <dgm:cxn modelId="{C00E52C7-CE32-4283-A104-9FDF888C5B15}" type="presParOf" srcId="{C715CA06-5050-402F-9660-B84177F9E6B3}" destId="{8FFB9CEB-63C7-4996-A6F3-D943B5FA429C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AB6D807-B042-4094-B45D-CCEDEF3A57EA}" type="doc">
      <dgm:prSet loTypeId="urn:microsoft.com/office/officeart/2018/2/layout/IconCircle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6C6DD68C-BBEC-4A8F-9E46-F9BE6E2468F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AI-Based Mock Interview Analyzer</a:t>
          </a:r>
        </a:p>
      </dgm:t>
    </dgm:pt>
    <dgm:pt modelId="{75DAA962-F58D-47F8-AF7A-4A1192EF22F9}" type="parTrans" cxnId="{0DD36A92-CB89-4BB0-803B-7DA74607C603}">
      <dgm:prSet/>
      <dgm:spPr/>
      <dgm:t>
        <a:bodyPr/>
        <a:lstStyle/>
        <a:p>
          <a:endParaRPr lang="en-US"/>
        </a:p>
      </dgm:t>
    </dgm:pt>
    <dgm:pt modelId="{FD7BA636-A1E0-42C7-B35B-8359FDD5C75A}" type="sibTrans" cxnId="{0DD36A92-CB89-4BB0-803B-7DA74607C60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FE7CA14-81B9-4827-8773-92D8A0D9C64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Facial emotion detection using CNN</a:t>
          </a:r>
        </a:p>
      </dgm:t>
    </dgm:pt>
    <dgm:pt modelId="{170607D8-F191-48D4-AF39-71621963B86B}" type="parTrans" cxnId="{A8A2F103-3434-4160-B261-DB1FF7314361}">
      <dgm:prSet/>
      <dgm:spPr/>
      <dgm:t>
        <a:bodyPr/>
        <a:lstStyle/>
        <a:p>
          <a:endParaRPr lang="en-US"/>
        </a:p>
      </dgm:t>
    </dgm:pt>
    <dgm:pt modelId="{4CF259E0-B5B3-468E-BE7D-CDE95FE7A55C}" type="sibTrans" cxnId="{A8A2F103-3434-4160-B261-DB1FF731436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9CE09AA-3468-43A1-97D8-07480A8A28B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Speech recognition and analysis</a:t>
          </a:r>
        </a:p>
      </dgm:t>
    </dgm:pt>
    <dgm:pt modelId="{AA25E847-FB1F-4D84-A8CC-DBB588677D81}" type="parTrans" cxnId="{E59AB3D1-3841-4E53-B5A3-5499E66C7DE0}">
      <dgm:prSet/>
      <dgm:spPr/>
      <dgm:t>
        <a:bodyPr/>
        <a:lstStyle/>
        <a:p>
          <a:endParaRPr lang="en-US"/>
        </a:p>
      </dgm:t>
    </dgm:pt>
    <dgm:pt modelId="{8027BB9B-5DB9-4A83-B792-FD87D21A2678}" type="sibTrans" cxnId="{E59AB3D1-3841-4E53-B5A3-5499E66C7DE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9F5BF20-0D00-47C9-998B-9D6DB3247CC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Natural Language Processing for response evaluation</a:t>
          </a:r>
        </a:p>
      </dgm:t>
    </dgm:pt>
    <dgm:pt modelId="{6D6E2CBD-310F-4DC7-AC3C-E1AE360AF3C4}" type="parTrans" cxnId="{4C0CA088-8A66-49D8-B7CB-563751756188}">
      <dgm:prSet/>
      <dgm:spPr/>
      <dgm:t>
        <a:bodyPr/>
        <a:lstStyle/>
        <a:p>
          <a:endParaRPr lang="en-US"/>
        </a:p>
      </dgm:t>
    </dgm:pt>
    <dgm:pt modelId="{990E77C4-EC09-4BF2-AB99-ADA8D23D4E47}" type="sibTrans" cxnId="{4C0CA088-8A66-49D8-B7CB-56375175618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571F840-43B9-4A19-B899-FDFBD09D123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Dashboard showing interview performance metrics</a:t>
          </a:r>
        </a:p>
      </dgm:t>
    </dgm:pt>
    <dgm:pt modelId="{1904DA7B-C88E-4BA9-84DF-C763B62E02D9}" type="parTrans" cxnId="{7E9A4805-8BB9-4764-9D5A-D13183DF947C}">
      <dgm:prSet/>
      <dgm:spPr/>
      <dgm:t>
        <a:bodyPr/>
        <a:lstStyle/>
        <a:p>
          <a:endParaRPr lang="en-US"/>
        </a:p>
      </dgm:t>
    </dgm:pt>
    <dgm:pt modelId="{A8B0A14D-A733-46BE-8E9E-B01F6CA51917}" type="sibTrans" cxnId="{7E9A4805-8BB9-4764-9D5A-D13183DF947C}">
      <dgm:prSet/>
      <dgm:spPr/>
      <dgm:t>
        <a:bodyPr/>
        <a:lstStyle/>
        <a:p>
          <a:endParaRPr lang="en-US"/>
        </a:p>
      </dgm:t>
    </dgm:pt>
    <dgm:pt modelId="{5823BB23-62AB-49BE-9136-6E6D17975759}" type="pres">
      <dgm:prSet presAssocID="{1AB6D807-B042-4094-B45D-CCEDEF3A57EA}" presName="root" presStyleCnt="0">
        <dgm:presLayoutVars>
          <dgm:dir/>
          <dgm:resizeHandles val="exact"/>
        </dgm:presLayoutVars>
      </dgm:prSet>
      <dgm:spPr/>
    </dgm:pt>
    <dgm:pt modelId="{164AE31B-C3E3-46BA-9B16-D99C2D0C1E35}" type="pres">
      <dgm:prSet presAssocID="{1AB6D807-B042-4094-B45D-CCEDEF3A57EA}" presName="container" presStyleCnt="0">
        <dgm:presLayoutVars>
          <dgm:dir/>
          <dgm:resizeHandles val="exact"/>
        </dgm:presLayoutVars>
      </dgm:prSet>
      <dgm:spPr/>
    </dgm:pt>
    <dgm:pt modelId="{4A0AB93F-5720-47BE-8987-DE7E1D1AB560}" type="pres">
      <dgm:prSet presAssocID="{6C6DD68C-BBEC-4A8F-9E46-F9BE6E2468FD}" presName="compNode" presStyleCnt="0"/>
      <dgm:spPr/>
    </dgm:pt>
    <dgm:pt modelId="{97518854-3C1E-4A79-A4EB-DAC883EDC95D}" type="pres">
      <dgm:prSet presAssocID="{6C6DD68C-BBEC-4A8F-9E46-F9BE6E2468FD}" presName="iconBgRect" presStyleLbl="bgShp" presStyleIdx="0" presStyleCnt="5"/>
      <dgm:spPr/>
    </dgm:pt>
    <dgm:pt modelId="{EBD0117E-6723-4A5E-9D97-7C94CD61157F}" type="pres">
      <dgm:prSet presAssocID="{6C6DD68C-BBEC-4A8F-9E46-F9BE6E2468F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0D7CEB5-CFCE-49A6-B6E5-1EE784B62547}" type="pres">
      <dgm:prSet presAssocID="{6C6DD68C-BBEC-4A8F-9E46-F9BE6E2468FD}" presName="spaceRect" presStyleCnt="0"/>
      <dgm:spPr/>
    </dgm:pt>
    <dgm:pt modelId="{478AEEC7-0ADF-4718-A491-842BCAF97BB4}" type="pres">
      <dgm:prSet presAssocID="{6C6DD68C-BBEC-4A8F-9E46-F9BE6E2468FD}" presName="textRect" presStyleLbl="revTx" presStyleIdx="0" presStyleCnt="5">
        <dgm:presLayoutVars>
          <dgm:chMax val="1"/>
          <dgm:chPref val="1"/>
        </dgm:presLayoutVars>
      </dgm:prSet>
      <dgm:spPr/>
    </dgm:pt>
    <dgm:pt modelId="{D9A1576A-EA94-42F8-A10F-FE28B3D4ED55}" type="pres">
      <dgm:prSet presAssocID="{FD7BA636-A1E0-42C7-B35B-8359FDD5C75A}" presName="sibTrans" presStyleLbl="sibTrans2D1" presStyleIdx="0" presStyleCnt="0"/>
      <dgm:spPr/>
    </dgm:pt>
    <dgm:pt modelId="{C3A8D76D-6F0B-489C-93F7-48CC04698219}" type="pres">
      <dgm:prSet presAssocID="{2FE7CA14-81B9-4827-8773-92D8A0D9C640}" presName="compNode" presStyleCnt="0"/>
      <dgm:spPr/>
    </dgm:pt>
    <dgm:pt modelId="{CB2DE15D-42CC-4EC4-BC90-BE11BDD6B2C5}" type="pres">
      <dgm:prSet presAssocID="{2FE7CA14-81B9-4827-8773-92D8A0D9C640}" presName="iconBgRect" presStyleLbl="bgShp" presStyleIdx="1" presStyleCnt="5"/>
      <dgm:spPr/>
    </dgm:pt>
    <dgm:pt modelId="{F55E8F55-F486-4677-920F-DD17BBA2D86A}" type="pres">
      <dgm:prSet presAssocID="{2FE7CA14-81B9-4827-8773-92D8A0D9C640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ye"/>
        </a:ext>
      </dgm:extLst>
    </dgm:pt>
    <dgm:pt modelId="{163C085C-D993-48CB-BDFA-DEF7B43B44BD}" type="pres">
      <dgm:prSet presAssocID="{2FE7CA14-81B9-4827-8773-92D8A0D9C640}" presName="spaceRect" presStyleCnt="0"/>
      <dgm:spPr/>
    </dgm:pt>
    <dgm:pt modelId="{4F3E56A8-F584-4252-9BE9-CA0087007E28}" type="pres">
      <dgm:prSet presAssocID="{2FE7CA14-81B9-4827-8773-92D8A0D9C640}" presName="textRect" presStyleLbl="revTx" presStyleIdx="1" presStyleCnt="5">
        <dgm:presLayoutVars>
          <dgm:chMax val="1"/>
          <dgm:chPref val="1"/>
        </dgm:presLayoutVars>
      </dgm:prSet>
      <dgm:spPr/>
    </dgm:pt>
    <dgm:pt modelId="{82C26784-A88F-42FC-8923-231DC89B42E2}" type="pres">
      <dgm:prSet presAssocID="{4CF259E0-B5B3-468E-BE7D-CDE95FE7A55C}" presName="sibTrans" presStyleLbl="sibTrans2D1" presStyleIdx="0" presStyleCnt="0"/>
      <dgm:spPr/>
    </dgm:pt>
    <dgm:pt modelId="{F2663B6A-5C64-4001-BBC1-61257E2A147B}" type="pres">
      <dgm:prSet presAssocID="{C9CE09AA-3468-43A1-97D8-07480A8A28B4}" presName="compNode" presStyleCnt="0"/>
      <dgm:spPr/>
    </dgm:pt>
    <dgm:pt modelId="{2D3A4403-0979-460E-BD1D-D192DCCB3C01}" type="pres">
      <dgm:prSet presAssocID="{C9CE09AA-3468-43A1-97D8-07480A8A28B4}" presName="iconBgRect" presStyleLbl="bgShp" presStyleIdx="2" presStyleCnt="5"/>
      <dgm:spPr/>
    </dgm:pt>
    <dgm:pt modelId="{96D0E882-8512-4282-ACA8-91DE99EA87C3}" type="pres">
      <dgm:prSet presAssocID="{C9CE09AA-3468-43A1-97D8-07480A8A28B4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o microphone"/>
        </a:ext>
      </dgm:extLst>
    </dgm:pt>
    <dgm:pt modelId="{D316E2CE-67A1-48EE-80A1-9763DFE8C960}" type="pres">
      <dgm:prSet presAssocID="{C9CE09AA-3468-43A1-97D8-07480A8A28B4}" presName="spaceRect" presStyleCnt="0"/>
      <dgm:spPr/>
    </dgm:pt>
    <dgm:pt modelId="{8C75DA90-D447-45A1-836C-F3F545CA2C44}" type="pres">
      <dgm:prSet presAssocID="{C9CE09AA-3468-43A1-97D8-07480A8A28B4}" presName="textRect" presStyleLbl="revTx" presStyleIdx="2" presStyleCnt="5">
        <dgm:presLayoutVars>
          <dgm:chMax val="1"/>
          <dgm:chPref val="1"/>
        </dgm:presLayoutVars>
      </dgm:prSet>
      <dgm:spPr/>
    </dgm:pt>
    <dgm:pt modelId="{31ED55E9-3879-43F4-8FC4-6AAB21812CBD}" type="pres">
      <dgm:prSet presAssocID="{8027BB9B-5DB9-4A83-B792-FD87D21A2678}" presName="sibTrans" presStyleLbl="sibTrans2D1" presStyleIdx="0" presStyleCnt="0"/>
      <dgm:spPr/>
    </dgm:pt>
    <dgm:pt modelId="{D6CA9AE1-1908-4DE2-A514-67790EC72C0C}" type="pres">
      <dgm:prSet presAssocID="{89F5BF20-0D00-47C9-998B-9D6DB3247CCB}" presName="compNode" presStyleCnt="0"/>
      <dgm:spPr/>
    </dgm:pt>
    <dgm:pt modelId="{41BFC1FE-BD3D-4351-9E3C-C8AC21BB3429}" type="pres">
      <dgm:prSet presAssocID="{89F5BF20-0D00-47C9-998B-9D6DB3247CCB}" presName="iconBgRect" presStyleLbl="bgShp" presStyleIdx="3" presStyleCnt="5"/>
      <dgm:spPr/>
    </dgm:pt>
    <dgm:pt modelId="{811D25E6-7196-48E6-AAA8-62BB6ED9227F}" type="pres">
      <dgm:prSet presAssocID="{89F5BF20-0D00-47C9-998B-9D6DB3247CC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65D0236C-9CBA-4BF7-A715-6BA0D974A753}" type="pres">
      <dgm:prSet presAssocID="{89F5BF20-0D00-47C9-998B-9D6DB3247CCB}" presName="spaceRect" presStyleCnt="0"/>
      <dgm:spPr/>
    </dgm:pt>
    <dgm:pt modelId="{AC59AF4B-E79E-4384-B3C9-32E94CADED6A}" type="pres">
      <dgm:prSet presAssocID="{89F5BF20-0D00-47C9-998B-9D6DB3247CCB}" presName="textRect" presStyleLbl="revTx" presStyleIdx="3" presStyleCnt="5">
        <dgm:presLayoutVars>
          <dgm:chMax val="1"/>
          <dgm:chPref val="1"/>
        </dgm:presLayoutVars>
      </dgm:prSet>
      <dgm:spPr/>
    </dgm:pt>
    <dgm:pt modelId="{08CDFF16-F746-4696-8A96-C286A3DCC36D}" type="pres">
      <dgm:prSet presAssocID="{990E77C4-EC09-4BF2-AB99-ADA8D23D4E47}" presName="sibTrans" presStyleLbl="sibTrans2D1" presStyleIdx="0" presStyleCnt="0"/>
      <dgm:spPr/>
    </dgm:pt>
    <dgm:pt modelId="{416040FF-3226-4349-95C8-647F69527F9D}" type="pres">
      <dgm:prSet presAssocID="{E571F840-43B9-4A19-B899-FDFBD09D123F}" presName="compNode" presStyleCnt="0"/>
      <dgm:spPr/>
    </dgm:pt>
    <dgm:pt modelId="{59174ED9-E1FD-441C-A1A4-9400D079DB95}" type="pres">
      <dgm:prSet presAssocID="{E571F840-43B9-4A19-B899-FDFBD09D123F}" presName="iconBgRect" presStyleLbl="bgShp" presStyleIdx="4" presStyleCnt="5"/>
      <dgm:spPr/>
    </dgm:pt>
    <dgm:pt modelId="{8CA7EDDC-61E2-4E34-8E61-AD0F0659AB61}" type="pres">
      <dgm:prSet presAssocID="{E571F840-43B9-4A19-B899-FDFBD09D123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699D38E-6265-4C63-9AF8-583F375078DA}" type="pres">
      <dgm:prSet presAssocID="{E571F840-43B9-4A19-B899-FDFBD09D123F}" presName="spaceRect" presStyleCnt="0"/>
      <dgm:spPr/>
    </dgm:pt>
    <dgm:pt modelId="{A8E99516-51BD-4F06-813A-221DBBEB6726}" type="pres">
      <dgm:prSet presAssocID="{E571F840-43B9-4A19-B899-FDFBD09D123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8A2F103-3434-4160-B261-DB1FF7314361}" srcId="{1AB6D807-B042-4094-B45D-CCEDEF3A57EA}" destId="{2FE7CA14-81B9-4827-8773-92D8A0D9C640}" srcOrd="1" destOrd="0" parTransId="{170607D8-F191-48D4-AF39-71621963B86B}" sibTransId="{4CF259E0-B5B3-468E-BE7D-CDE95FE7A55C}"/>
    <dgm:cxn modelId="{7E9A4805-8BB9-4764-9D5A-D13183DF947C}" srcId="{1AB6D807-B042-4094-B45D-CCEDEF3A57EA}" destId="{E571F840-43B9-4A19-B899-FDFBD09D123F}" srcOrd="4" destOrd="0" parTransId="{1904DA7B-C88E-4BA9-84DF-C763B62E02D9}" sibTransId="{A8B0A14D-A733-46BE-8E9E-B01F6CA51917}"/>
    <dgm:cxn modelId="{6D9ED638-0303-4699-BE5F-549B1D598AA1}" type="presOf" srcId="{2FE7CA14-81B9-4827-8773-92D8A0D9C640}" destId="{4F3E56A8-F584-4252-9BE9-CA0087007E28}" srcOrd="0" destOrd="0" presId="urn:microsoft.com/office/officeart/2018/2/layout/IconCircleList"/>
    <dgm:cxn modelId="{60CCC45C-214E-417F-B64A-03721A104604}" type="presOf" srcId="{1AB6D807-B042-4094-B45D-CCEDEF3A57EA}" destId="{5823BB23-62AB-49BE-9136-6E6D17975759}" srcOrd="0" destOrd="0" presId="urn:microsoft.com/office/officeart/2018/2/layout/IconCircleList"/>
    <dgm:cxn modelId="{FF8EAD5E-D40E-4DDC-91BA-083B342AC2EE}" type="presOf" srcId="{4CF259E0-B5B3-468E-BE7D-CDE95FE7A55C}" destId="{82C26784-A88F-42FC-8923-231DC89B42E2}" srcOrd="0" destOrd="0" presId="urn:microsoft.com/office/officeart/2018/2/layout/IconCircleList"/>
    <dgm:cxn modelId="{8888616A-9D78-4B49-9BA3-0450CC6B2BE6}" type="presOf" srcId="{E571F840-43B9-4A19-B899-FDFBD09D123F}" destId="{A8E99516-51BD-4F06-813A-221DBBEB6726}" srcOrd="0" destOrd="0" presId="urn:microsoft.com/office/officeart/2018/2/layout/IconCircleList"/>
    <dgm:cxn modelId="{0B879E70-1BD7-47AA-85E7-D5B1C283D173}" type="presOf" srcId="{C9CE09AA-3468-43A1-97D8-07480A8A28B4}" destId="{8C75DA90-D447-45A1-836C-F3F545CA2C44}" srcOrd="0" destOrd="0" presId="urn:microsoft.com/office/officeart/2018/2/layout/IconCircleList"/>
    <dgm:cxn modelId="{5034DD77-B3BD-4F38-B655-D8F22D670348}" type="presOf" srcId="{990E77C4-EC09-4BF2-AB99-ADA8D23D4E47}" destId="{08CDFF16-F746-4696-8A96-C286A3DCC36D}" srcOrd="0" destOrd="0" presId="urn:microsoft.com/office/officeart/2018/2/layout/IconCircleList"/>
    <dgm:cxn modelId="{F3B2C083-157E-41E2-980B-55D536443776}" type="presOf" srcId="{89F5BF20-0D00-47C9-998B-9D6DB3247CCB}" destId="{AC59AF4B-E79E-4384-B3C9-32E94CADED6A}" srcOrd="0" destOrd="0" presId="urn:microsoft.com/office/officeart/2018/2/layout/IconCircleList"/>
    <dgm:cxn modelId="{4C0CA088-8A66-49D8-B7CB-563751756188}" srcId="{1AB6D807-B042-4094-B45D-CCEDEF3A57EA}" destId="{89F5BF20-0D00-47C9-998B-9D6DB3247CCB}" srcOrd="3" destOrd="0" parTransId="{6D6E2CBD-310F-4DC7-AC3C-E1AE360AF3C4}" sibTransId="{990E77C4-EC09-4BF2-AB99-ADA8D23D4E47}"/>
    <dgm:cxn modelId="{0DD36A92-CB89-4BB0-803B-7DA74607C603}" srcId="{1AB6D807-B042-4094-B45D-CCEDEF3A57EA}" destId="{6C6DD68C-BBEC-4A8F-9E46-F9BE6E2468FD}" srcOrd="0" destOrd="0" parTransId="{75DAA962-F58D-47F8-AF7A-4A1192EF22F9}" sibTransId="{FD7BA636-A1E0-42C7-B35B-8359FDD5C75A}"/>
    <dgm:cxn modelId="{45A7809C-CDE8-4385-8B40-67DA28DFDA1C}" type="presOf" srcId="{8027BB9B-5DB9-4A83-B792-FD87D21A2678}" destId="{31ED55E9-3879-43F4-8FC4-6AAB21812CBD}" srcOrd="0" destOrd="0" presId="urn:microsoft.com/office/officeart/2018/2/layout/IconCircleList"/>
    <dgm:cxn modelId="{2AEE19CC-8065-401B-96C4-CE957AE2720C}" type="presOf" srcId="{FD7BA636-A1E0-42C7-B35B-8359FDD5C75A}" destId="{D9A1576A-EA94-42F8-A10F-FE28B3D4ED55}" srcOrd="0" destOrd="0" presId="urn:microsoft.com/office/officeart/2018/2/layout/IconCircleList"/>
    <dgm:cxn modelId="{E59AB3D1-3841-4E53-B5A3-5499E66C7DE0}" srcId="{1AB6D807-B042-4094-B45D-CCEDEF3A57EA}" destId="{C9CE09AA-3468-43A1-97D8-07480A8A28B4}" srcOrd="2" destOrd="0" parTransId="{AA25E847-FB1F-4D84-A8CC-DBB588677D81}" sibTransId="{8027BB9B-5DB9-4A83-B792-FD87D21A2678}"/>
    <dgm:cxn modelId="{9447A4EC-15EF-49F8-B2BC-5662CD3C9555}" type="presOf" srcId="{6C6DD68C-BBEC-4A8F-9E46-F9BE6E2468FD}" destId="{478AEEC7-0ADF-4718-A491-842BCAF97BB4}" srcOrd="0" destOrd="0" presId="urn:microsoft.com/office/officeart/2018/2/layout/IconCircleList"/>
    <dgm:cxn modelId="{41B2B58F-6C4C-4859-9E0E-905211A70FD4}" type="presParOf" srcId="{5823BB23-62AB-49BE-9136-6E6D17975759}" destId="{164AE31B-C3E3-46BA-9B16-D99C2D0C1E35}" srcOrd="0" destOrd="0" presId="urn:microsoft.com/office/officeart/2018/2/layout/IconCircleList"/>
    <dgm:cxn modelId="{3A6FCA0F-BD02-4340-B0AD-EC62B6F5EBDD}" type="presParOf" srcId="{164AE31B-C3E3-46BA-9B16-D99C2D0C1E35}" destId="{4A0AB93F-5720-47BE-8987-DE7E1D1AB560}" srcOrd="0" destOrd="0" presId="urn:microsoft.com/office/officeart/2018/2/layout/IconCircleList"/>
    <dgm:cxn modelId="{FB398537-4560-45E2-9B81-E8D4F4839C46}" type="presParOf" srcId="{4A0AB93F-5720-47BE-8987-DE7E1D1AB560}" destId="{97518854-3C1E-4A79-A4EB-DAC883EDC95D}" srcOrd="0" destOrd="0" presId="urn:microsoft.com/office/officeart/2018/2/layout/IconCircleList"/>
    <dgm:cxn modelId="{C185BE20-BD14-497D-9766-F7FCC58876D9}" type="presParOf" srcId="{4A0AB93F-5720-47BE-8987-DE7E1D1AB560}" destId="{EBD0117E-6723-4A5E-9D97-7C94CD61157F}" srcOrd="1" destOrd="0" presId="urn:microsoft.com/office/officeart/2018/2/layout/IconCircleList"/>
    <dgm:cxn modelId="{9408F096-AC3F-47C0-BC65-55A85D39A870}" type="presParOf" srcId="{4A0AB93F-5720-47BE-8987-DE7E1D1AB560}" destId="{30D7CEB5-CFCE-49A6-B6E5-1EE784B62547}" srcOrd="2" destOrd="0" presId="urn:microsoft.com/office/officeart/2018/2/layout/IconCircleList"/>
    <dgm:cxn modelId="{D0C45ABC-CE3A-4360-9BB4-54722D822A88}" type="presParOf" srcId="{4A0AB93F-5720-47BE-8987-DE7E1D1AB560}" destId="{478AEEC7-0ADF-4718-A491-842BCAF97BB4}" srcOrd="3" destOrd="0" presId="urn:microsoft.com/office/officeart/2018/2/layout/IconCircleList"/>
    <dgm:cxn modelId="{1D77AC95-69B3-469E-8900-D85A7AEC4E0B}" type="presParOf" srcId="{164AE31B-C3E3-46BA-9B16-D99C2D0C1E35}" destId="{D9A1576A-EA94-42F8-A10F-FE28B3D4ED55}" srcOrd="1" destOrd="0" presId="urn:microsoft.com/office/officeart/2018/2/layout/IconCircleList"/>
    <dgm:cxn modelId="{3D052F59-C973-43EC-A114-74623BDD74E0}" type="presParOf" srcId="{164AE31B-C3E3-46BA-9B16-D99C2D0C1E35}" destId="{C3A8D76D-6F0B-489C-93F7-48CC04698219}" srcOrd="2" destOrd="0" presId="urn:microsoft.com/office/officeart/2018/2/layout/IconCircleList"/>
    <dgm:cxn modelId="{DEC7C279-A7BA-4E4D-97C0-A2F446DBEB7A}" type="presParOf" srcId="{C3A8D76D-6F0B-489C-93F7-48CC04698219}" destId="{CB2DE15D-42CC-4EC4-BC90-BE11BDD6B2C5}" srcOrd="0" destOrd="0" presId="urn:microsoft.com/office/officeart/2018/2/layout/IconCircleList"/>
    <dgm:cxn modelId="{614FDF55-5352-4473-8224-27B481D1A184}" type="presParOf" srcId="{C3A8D76D-6F0B-489C-93F7-48CC04698219}" destId="{F55E8F55-F486-4677-920F-DD17BBA2D86A}" srcOrd="1" destOrd="0" presId="urn:microsoft.com/office/officeart/2018/2/layout/IconCircleList"/>
    <dgm:cxn modelId="{9EFDE122-7405-4BBE-836A-6410488C5BE0}" type="presParOf" srcId="{C3A8D76D-6F0B-489C-93F7-48CC04698219}" destId="{163C085C-D993-48CB-BDFA-DEF7B43B44BD}" srcOrd="2" destOrd="0" presId="urn:microsoft.com/office/officeart/2018/2/layout/IconCircleList"/>
    <dgm:cxn modelId="{25616535-8DED-42FF-AC58-4C282CE7391A}" type="presParOf" srcId="{C3A8D76D-6F0B-489C-93F7-48CC04698219}" destId="{4F3E56A8-F584-4252-9BE9-CA0087007E28}" srcOrd="3" destOrd="0" presId="urn:microsoft.com/office/officeart/2018/2/layout/IconCircleList"/>
    <dgm:cxn modelId="{B853EBB2-57F4-46E0-990B-85FD335CC4EC}" type="presParOf" srcId="{164AE31B-C3E3-46BA-9B16-D99C2D0C1E35}" destId="{82C26784-A88F-42FC-8923-231DC89B42E2}" srcOrd="3" destOrd="0" presId="urn:microsoft.com/office/officeart/2018/2/layout/IconCircleList"/>
    <dgm:cxn modelId="{0DEDD3C0-1593-462E-9316-7A4FAD317973}" type="presParOf" srcId="{164AE31B-C3E3-46BA-9B16-D99C2D0C1E35}" destId="{F2663B6A-5C64-4001-BBC1-61257E2A147B}" srcOrd="4" destOrd="0" presId="urn:microsoft.com/office/officeart/2018/2/layout/IconCircleList"/>
    <dgm:cxn modelId="{64CD8E51-89AA-4DD5-AD11-5576F7869CD6}" type="presParOf" srcId="{F2663B6A-5C64-4001-BBC1-61257E2A147B}" destId="{2D3A4403-0979-460E-BD1D-D192DCCB3C01}" srcOrd="0" destOrd="0" presId="urn:microsoft.com/office/officeart/2018/2/layout/IconCircleList"/>
    <dgm:cxn modelId="{183CA5AF-701B-43BD-96C9-B401DC3361D1}" type="presParOf" srcId="{F2663B6A-5C64-4001-BBC1-61257E2A147B}" destId="{96D0E882-8512-4282-ACA8-91DE99EA87C3}" srcOrd="1" destOrd="0" presId="urn:microsoft.com/office/officeart/2018/2/layout/IconCircleList"/>
    <dgm:cxn modelId="{7949666C-229B-49EF-82AC-B31B27129973}" type="presParOf" srcId="{F2663B6A-5C64-4001-BBC1-61257E2A147B}" destId="{D316E2CE-67A1-48EE-80A1-9763DFE8C960}" srcOrd="2" destOrd="0" presId="urn:microsoft.com/office/officeart/2018/2/layout/IconCircleList"/>
    <dgm:cxn modelId="{BD35D5E3-87BD-4452-8F6D-7D697D6CE0F3}" type="presParOf" srcId="{F2663B6A-5C64-4001-BBC1-61257E2A147B}" destId="{8C75DA90-D447-45A1-836C-F3F545CA2C44}" srcOrd="3" destOrd="0" presId="urn:microsoft.com/office/officeart/2018/2/layout/IconCircleList"/>
    <dgm:cxn modelId="{51B73362-2EDD-4D0C-8881-9373BC78792F}" type="presParOf" srcId="{164AE31B-C3E3-46BA-9B16-D99C2D0C1E35}" destId="{31ED55E9-3879-43F4-8FC4-6AAB21812CBD}" srcOrd="5" destOrd="0" presId="urn:microsoft.com/office/officeart/2018/2/layout/IconCircleList"/>
    <dgm:cxn modelId="{FCDC2E60-6666-4734-8335-56C0134C2A73}" type="presParOf" srcId="{164AE31B-C3E3-46BA-9B16-D99C2D0C1E35}" destId="{D6CA9AE1-1908-4DE2-A514-67790EC72C0C}" srcOrd="6" destOrd="0" presId="urn:microsoft.com/office/officeart/2018/2/layout/IconCircleList"/>
    <dgm:cxn modelId="{66C135C9-183A-4E4D-9CE9-CEECEF812BE8}" type="presParOf" srcId="{D6CA9AE1-1908-4DE2-A514-67790EC72C0C}" destId="{41BFC1FE-BD3D-4351-9E3C-C8AC21BB3429}" srcOrd="0" destOrd="0" presId="urn:microsoft.com/office/officeart/2018/2/layout/IconCircleList"/>
    <dgm:cxn modelId="{42064B06-FB96-4448-8F96-FE402F38FC62}" type="presParOf" srcId="{D6CA9AE1-1908-4DE2-A514-67790EC72C0C}" destId="{811D25E6-7196-48E6-AAA8-62BB6ED9227F}" srcOrd="1" destOrd="0" presId="urn:microsoft.com/office/officeart/2018/2/layout/IconCircleList"/>
    <dgm:cxn modelId="{FF074CF1-FF87-4464-B241-09A9F671B1BC}" type="presParOf" srcId="{D6CA9AE1-1908-4DE2-A514-67790EC72C0C}" destId="{65D0236C-9CBA-4BF7-A715-6BA0D974A753}" srcOrd="2" destOrd="0" presId="urn:microsoft.com/office/officeart/2018/2/layout/IconCircleList"/>
    <dgm:cxn modelId="{EC8A1C9C-1C0E-4220-95B6-535B6CEF68FD}" type="presParOf" srcId="{D6CA9AE1-1908-4DE2-A514-67790EC72C0C}" destId="{AC59AF4B-E79E-4384-B3C9-32E94CADED6A}" srcOrd="3" destOrd="0" presId="urn:microsoft.com/office/officeart/2018/2/layout/IconCircleList"/>
    <dgm:cxn modelId="{66C1C5E4-DE49-4DC0-AF68-6C84ED1E4ED7}" type="presParOf" srcId="{164AE31B-C3E3-46BA-9B16-D99C2D0C1E35}" destId="{08CDFF16-F746-4696-8A96-C286A3DCC36D}" srcOrd="7" destOrd="0" presId="urn:microsoft.com/office/officeart/2018/2/layout/IconCircleList"/>
    <dgm:cxn modelId="{4D6FBCB9-E71A-424E-BF9B-6CA72F401264}" type="presParOf" srcId="{164AE31B-C3E3-46BA-9B16-D99C2D0C1E35}" destId="{416040FF-3226-4349-95C8-647F69527F9D}" srcOrd="8" destOrd="0" presId="urn:microsoft.com/office/officeart/2018/2/layout/IconCircleList"/>
    <dgm:cxn modelId="{7C03315C-22F4-4A09-9E0B-44F1E1D5AD08}" type="presParOf" srcId="{416040FF-3226-4349-95C8-647F69527F9D}" destId="{59174ED9-E1FD-441C-A1A4-9400D079DB95}" srcOrd="0" destOrd="0" presId="urn:microsoft.com/office/officeart/2018/2/layout/IconCircleList"/>
    <dgm:cxn modelId="{AAA728FD-36E9-4C4D-89C2-BB635D941CE6}" type="presParOf" srcId="{416040FF-3226-4349-95C8-647F69527F9D}" destId="{8CA7EDDC-61E2-4E34-8E61-AD0F0659AB61}" srcOrd="1" destOrd="0" presId="urn:microsoft.com/office/officeart/2018/2/layout/IconCircleList"/>
    <dgm:cxn modelId="{54AB1883-0A08-42BA-8D4D-07DB11C39C00}" type="presParOf" srcId="{416040FF-3226-4349-95C8-647F69527F9D}" destId="{3699D38E-6265-4C63-9AF8-583F375078DA}" srcOrd="2" destOrd="0" presId="urn:microsoft.com/office/officeart/2018/2/layout/IconCircleList"/>
    <dgm:cxn modelId="{6C66F6E9-7666-444F-BC5F-D94040B2C038}" type="presParOf" srcId="{416040FF-3226-4349-95C8-647F69527F9D}" destId="{A8E99516-51BD-4F06-813A-221DBBEB672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07D2479-FA73-4455-83C9-0CE48DD14C1D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65526034-E4EE-4881-81D2-ADA1A4A7CBC6}">
      <dgm:prSet/>
      <dgm:spPr/>
      <dgm:t>
        <a:bodyPr/>
        <a:lstStyle/>
        <a:p>
          <a:r>
            <a:rPr lang="en-US"/>
            <a:t>Capture video and audio responses</a:t>
          </a:r>
        </a:p>
      </dgm:t>
    </dgm:pt>
    <dgm:pt modelId="{2C4809C6-73A1-4730-BB68-681D55DB64B7}" type="parTrans" cxnId="{1D01A60E-32F8-49CC-BD46-7D2BA1C23D55}">
      <dgm:prSet/>
      <dgm:spPr/>
      <dgm:t>
        <a:bodyPr/>
        <a:lstStyle/>
        <a:p>
          <a:endParaRPr lang="en-US"/>
        </a:p>
      </dgm:t>
    </dgm:pt>
    <dgm:pt modelId="{E12BD279-C69E-4995-B1A7-B6A91B2CF7C9}" type="sibTrans" cxnId="{1D01A60E-32F8-49CC-BD46-7D2BA1C23D55}">
      <dgm:prSet/>
      <dgm:spPr/>
      <dgm:t>
        <a:bodyPr/>
        <a:lstStyle/>
        <a:p>
          <a:endParaRPr lang="en-US"/>
        </a:p>
      </dgm:t>
    </dgm:pt>
    <dgm:pt modelId="{A2B4DD4D-62A0-4AEC-8060-68E6E726B987}">
      <dgm:prSet/>
      <dgm:spPr/>
      <dgm:t>
        <a:bodyPr/>
        <a:lstStyle/>
        <a:p>
          <a:r>
            <a:rPr lang="en-US"/>
            <a:t>Detect facial emotions using CNN</a:t>
          </a:r>
        </a:p>
      </dgm:t>
    </dgm:pt>
    <dgm:pt modelId="{04AF8FF0-DD96-4550-96AD-40C2F8045DE2}" type="parTrans" cxnId="{EC7BE6D5-D594-4A69-8E5B-2A7A14DAE8A4}">
      <dgm:prSet/>
      <dgm:spPr/>
      <dgm:t>
        <a:bodyPr/>
        <a:lstStyle/>
        <a:p>
          <a:endParaRPr lang="en-US"/>
        </a:p>
      </dgm:t>
    </dgm:pt>
    <dgm:pt modelId="{021F52CD-AAE9-4911-B205-64D502BB44C5}" type="sibTrans" cxnId="{EC7BE6D5-D594-4A69-8E5B-2A7A14DAE8A4}">
      <dgm:prSet/>
      <dgm:spPr/>
      <dgm:t>
        <a:bodyPr/>
        <a:lstStyle/>
        <a:p>
          <a:endParaRPr lang="en-US"/>
        </a:p>
      </dgm:t>
    </dgm:pt>
    <dgm:pt modelId="{DE3E3869-5068-47C0-818D-D6BBFF2965A8}">
      <dgm:prSet/>
      <dgm:spPr/>
      <dgm:t>
        <a:bodyPr/>
        <a:lstStyle/>
        <a:p>
          <a:r>
            <a:rPr lang="en-US"/>
            <a:t>Convert speech to text using Whisper</a:t>
          </a:r>
        </a:p>
      </dgm:t>
    </dgm:pt>
    <dgm:pt modelId="{E3FFFD6D-AA97-4F8D-842A-7520C75B265D}" type="parTrans" cxnId="{76146C00-3928-4F25-AE76-929D29BE04C3}">
      <dgm:prSet/>
      <dgm:spPr/>
      <dgm:t>
        <a:bodyPr/>
        <a:lstStyle/>
        <a:p>
          <a:endParaRPr lang="en-US"/>
        </a:p>
      </dgm:t>
    </dgm:pt>
    <dgm:pt modelId="{FE187D6F-B216-4F26-A3CD-8A1CBE2E6585}" type="sibTrans" cxnId="{76146C00-3928-4F25-AE76-929D29BE04C3}">
      <dgm:prSet/>
      <dgm:spPr/>
      <dgm:t>
        <a:bodyPr/>
        <a:lstStyle/>
        <a:p>
          <a:endParaRPr lang="en-US"/>
        </a:p>
      </dgm:t>
    </dgm:pt>
    <dgm:pt modelId="{A882F723-C47B-4E01-8D19-DF4987BAFEEA}">
      <dgm:prSet/>
      <dgm:spPr/>
      <dgm:t>
        <a:bodyPr/>
        <a:lstStyle/>
        <a:p>
          <a:r>
            <a:rPr lang="en-US"/>
            <a:t>Analyze language using NLP techniques</a:t>
          </a:r>
        </a:p>
      </dgm:t>
    </dgm:pt>
    <dgm:pt modelId="{6CCCD294-E07A-44B1-8FB6-C1C910101468}" type="parTrans" cxnId="{179BCE85-9E89-42FF-A648-42CD47174FE8}">
      <dgm:prSet/>
      <dgm:spPr/>
      <dgm:t>
        <a:bodyPr/>
        <a:lstStyle/>
        <a:p>
          <a:endParaRPr lang="en-US"/>
        </a:p>
      </dgm:t>
    </dgm:pt>
    <dgm:pt modelId="{FD454857-37A5-48EC-9AAB-E5EC11B2D99F}" type="sibTrans" cxnId="{179BCE85-9E89-42FF-A648-42CD47174FE8}">
      <dgm:prSet/>
      <dgm:spPr/>
      <dgm:t>
        <a:bodyPr/>
        <a:lstStyle/>
        <a:p>
          <a:endParaRPr lang="en-US"/>
        </a:p>
      </dgm:t>
    </dgm:pt>
    <dgm:pt modelId="{AF7E2DD1-3535-44C3-9A8D-3B728C98BF79}">
      <dgm:prSet/>
      <dgm:spPr/>
      <dgm:t>
        <a:bodyPr/>
        <a:lstStyle/>
        <a:p>
          <a:r>
            <a:rPr lang="en-US"/>
            <a:t>Generate interview performance scores</a:t>
          </a:r>
        </a:p>
      </dgm:t>
    </dgm:pt>
    <dgm:pt modelId="{5A340D60-3BF7-4276-BDDF-613B6516D7BF}" type="parTrans" cxnId="{931D6B6B-CFED-4F27-8F8C-8F49E96B99FF}">
      <dgm:prSet/>
      <dgm:spPr/>
      <dgm:t>
        <a:bodyPr/>
        <a:lstStyle/>
        <a:p>
          <a:endParaRPr lang="en-US"/>
        </a:p>
      </dgm:t>
    </dgm:pt>
    <dgm:pt modelId="{C3327A6B-7428-43B1-AC2E-8663D8C9F52F}" type="sibTrans" cxnId="{931D6B6B-CFED-4F27-8F8C-8F49E96B99FF}">
      <dgm:prSet/>
      <dgm:spPr/>
      <dgm:t>
        <a:bodyPr/>
        <a:lstStyle/>
        <a:p>
          <a:endParaRPr lang="en-US"/>
        </a:p>
      </dgm:t>
    </dgm:pt>
    <dgm:pt modelId="{E441783A-F7A7-4847-B771-954FC690B31C}" type="pres">
      <dgm:prSet presAssocID="{607D2479-FA73-4455-83C9-0CE48DD14C1D}" presName="Name0" presStyleCnt="0">
        <dgm:presLayoutVars>
          <dgm:dir/>
          <dgm:resizeHandles val="exact"/>
        </dgm:presLayoutVars>
      </dgm:prSet>
      <dgm:spPr/>
    </dgm:pt>
    <dgm:pt modelId="{858DB615-5A1A-4F22-90C2-10F8ECC42D7E}" type="pres">
      <dgm:prSet presAssocID="{65526034-E4EE-4881-81D2-ADA1A4A7CBC6}" presName="node" presStyleLbl="node1" presStyleIdx="0" presStyleCnt="5">
        <dgm:presLayoutVars>
          <dgm:bulletEnabled val="1"/>
        </dgm:presLayoutVars>
      </dgm:prSet>
      <dgm:spPr/>
    </dgm:pt>
    <dgm:pt modelId="{EF52F3FD-A895-423A-A796-87A98531A9B7}" type="pres">
      <dgm:prSet presAssocID="{E12BD279-C69E-4995-B1A7-B6A91B2CF7C9}" presName="sibTrans" presStyleLbl="sibTrans1D1" presStyleIdx="0" presStyleCnt="4"/>
      <dgm:spPr/>
    </dgm:pt>
    <dgm:pt modelId="{41A1D79A-0004-481E-8C74-A534702A17D1}" type="pres">
      <dgm:prSet presAssocID="{E12BD279-C69E-4995-B1A7-B6A91B2CF7C9}" presName="connectorText" presStyleLbl="sibTrans1D1" presStyleIdx="0" presStyleCnt="4"/>
      <dgm:spPr/>
    </dgm:pt>
    <dgm:pt modelId="{26939C92-E737-4484-8898-06676A1B259B}" type="pres">
      <dgm:prSet presAssocID="{A2B4DD4D-62A0-4AEC-8060-68E6E726B987}" presName="node" presStyleLbl="node1" presStyleIdx="1" presStyleCnt="5">
        <dgm:presLayoutVars>
          <dgm:bulletEnabled val="1"/>
        </dgm:presLayoutVars>
      </dgm:prSet>
      <dgm:spPr/>
    </dgm:pt>
    <dgm:pt modelId="{90CB0F84-93D1-465E-830B-28A5D4B332EE}" type="pres">
      <dgm:prSet presAssocID="{021F52CD-AAE9-4911-B205-64D502BB44C5}" presName="sibTrans" presStyleLbl="sibTrans1D1" presStyleIdx="1" presStyleCnt="4"/>
      <dgm:spPr/>
    </dgm:pt>
    <dgm:pt modelId="{00D8D5B3-6D6B-4466-81BA-AA17D326864B}" type="pres">
      <dgm:prSet presAssocID="{021F52CD-AAE9-4911-B205-64D502BB44C5}" presName="connectorText" presStyleLbl="sibTrans1D1" presStyleIdx="1" presStyleCnt="4"/>
      <dgm:spPr/>
    </dgm:pt>
    <dgm:pt modelId="{FD678D01-5765-4352-BEB5-699178C74FF8}" type="pres">
      <dgm:prSet presAssocID="{DE3E3869-5068-47C0-818D-D6BBFF2965A8}" presName="node" presStyleLbl="node1" presStyleIdx="2" presStyleCnt="5">
        <dgm:presLayoutVars>
          <dgm:bulletEnabled val="1"/>
        </dgm:presLayoutVars>
      </dgm:prSet>
      <dgm:spPr/>
    </dgm:pt>
    <dgm:pt modelId="{2EACF911-2EFD-4A0D-8CE4-D384E365B70B}" type="pres">
      <dgm:prSet presAssocID="{FE187D6F-B216-4F26-A3CD-8A1CBE2E6585}" presName="sibTrans" presStyleLbl="sibTrans1D1" presStyleIdx="2" presStyleCnt="4"/>
      <dgm:spPr/>
    </dgm:pt>
    <dgm:pt modelId="{390F2EEB-75C7-4431-A348-9864360A7C17}" type="pres">
      <dgm:prSet presAssocID="{FE187D6F-B216-4F26-A3CD-8A1CBE2E6585}" presName="connectorText" presStyleLbl="sibTrans1D1" presStyleIdx="2" presStyleCnt="4"/>
      <dgm:spPr/>
    </dgm:pt>
    <dgm:pt modelId="{8F7520C7-FD36-4DE8-B2E1-604569E13877}" type="pres">
      <dgm:prSet presAssocID="{A882F723-C47B-4E01-8D19-DF4987BAFEEA}" presName="node" presStyleLbl="node1" presStyleIdx="3" presStyleCnt="5">
        <dgm:presLayoutVars>
          <dgm:bulletEnabled val="1"/>
        </dgm:presLayoutVars>
      </dgm:prSet>
      <dgm:spPr/>
    </dgm:pt>
    <dgm:pt modelId="{EB983158-ADAA-4F1E-B232-B0A258CE331B}" type="pres">
      <dgm:prSet presAssocID="{FD454857-37A5-48EC-9AAB-E5EC11B2D99F}" presName="sibTrans" presStyleLbl="sibTrans1D1" presStyleIdx="3" presStyleCnt="4"/>
      <dgm:spPr/>
    </dgm:pt>
    <dgm:pt modelId="{3F75936A-DB3F-47E9-B002-18F70BAD1A98}" type="pres">
      <dgm:prSet presAssocID="{FD454857-37A5-48EC-9AAB-E5EC11B2D99F}" presName="connectorText" presStyleLbl="sibTrans1D1" presStyleIdx="3" presStyleCnt="4"/>
      <dgm:spPr/>
    </dgm:pt>
    <dgm:pt modelId="{144BBEA9-765E-43F5-BF48-C76362B732A8}" type="pres">
      <dgm:prSet presAssocID="{AF7E2DD1-3535-44C3-9A8D-3B728C98BF79}" presName="node" presStyleLbl="node1" presStyleIdx="4" presStyleCnt="5">
        <dgm:presLayoutVars>
          <dgm:bulletEnabled val="1"/>
        </dgm:presLayoutVars>
      </dgm:prSet>
      <dgm:spPr/>
    </dgm:pt>
  </dgm:ptLst>
  <dgm:cxnLst>
    <dgm:cxn modelId="{76146C00-3928-4F25-AE76-929D29BE04C3}" srcId="{607D2479-FA73-4455-83C9-0CE48DD14C1D}" destId="{DE3E3869-5068-47C0-818D-D6BBFF2965A8}" srcOrd="2" destOrd="0" parTransId="{E3FFFD6D-AA97-4F8D-842A-7520C75B265D}" sibTransId="{FE187D6F-B216-4F26-A3CD-8A1CBE2E6585}"/>
    <dgm:cxn modelId="{B3DFBD05-3FBC-41D1-B9E4-B1736A16F5C5}" type="presOf" srcId="{021F52CD-AAE9-4911-B205-64D502BB44C5}" destId="{90CB0F84-93D1-465E-830B-28A5D4B332EE}" srcOrd="0" destOrd="0" presId="urn:microsoft.com/office/officeart/2016/7/layout/RepeatingBendingProcessNew"/>
    <dgm:cxn modelId="{1D01A60E-32F8-49CC-BD46-7D2BA1C23D55}" srcId="{607D2479-FA73-4455-83C9-0CE48DD14C1D}" destId="{65526034-E4EE-4881-81D2-ADA1A4A7CBC6}" srcOrd="0" destOrd="0" parTransId="{2C4809C6-73A1-4730-BB68-681D55DB64B7}" sibTransId="{E12BD279-C69E-4995-B1A7-B6A91B2CF7C9}"/>
    <dgm:cxn modelId="{F474A913-7D00-4B15-AC2E-8F7A0BA05923}" type="presOf" srcId="{FD454857-37A5-48EC-9AAB-E5EC11B2D99F}" destId="{3F75936A-DB3F-47E9-B002-18F70BAD1A98}" srcOrd="1" destOrd="0" presId="urn:microsoft.com/office/officeart/2016/7/layout/RepeatingBendingProcessNew"/>
    <dgm:cxn modelId="{B576BB35-1039-434D-BB77-F6ADAB61D50F}" type="presOf" srcId="{FE187D6F-B216-4F26-A3CD-8A1CBE2E6585}" destId="{390F2EEB-75C7-4431-A348-9864360A7C17}" srcOrd="1" destOrd="0" presId="urn:microsoft.com/office/officeart/2016/7/layout/RepeatingBendingProcessNew"/>
    <dgm:cxn modelId="{D569B139-1D86-409B-BCF9-1232F010AA5A}" type="presOf" srcId="{607D2479-FA73-4455-83C9-0CE48DD14C1D}" destId="{E441783A-F7A7-4847-B771-954FC690B31C}" srcOrd="0" destOrd="0" presId="urn:microsoft.com/office/officeart/2016/7/layout/RepeatingBendingProcessNew"/>
    <dgm:cxn modelId="{0140545D-CFFD-4A9D-96B1-EE04DCC16C7B}" type="presOf" srcId="{FD454857-37A5-48EC-9AAB-E5EC11B2D99F}" destId="{EB983158-ADAA-4F1E-B232-B0A258CE331B}" srcOrd="0" destOrd="0" presId="urn:microsoft.com/office/officeart/2016/7/layout/RepeatingBendingProcessNew"/>
    <dgm:cxn modelId="{D771AA64-FFAC-47B0-86B8-9E95F4AD9FC7}" type="presOf" srcId="{E12BD279-C69E-4995-B1A7-B6A91B2CF7C9}" destId="{41A1D79A-0004-481E-8C74-A534702A17D1}" srcOrd="1" destOrd="0" presId="urn:microsoft.com/office/officeart/2016/7/layout/RepeatingBendingProcessNew"/>
    <dgm:cxn modelId="{931D6B6B-CFED-4F27-8F8C-8F49E96B99FF}" srcId="{607D2479-FA73-4455-83C9-0CE48DD14C1D}" destId="{AF7E2DD1-3535-44C3-9A8D-3B728C98BF79}" srcOrd="4" destOrd="0" parTransId="{5A340D60-3BF7-4276-BDDF-613B6516D7BF}" sibTransId="{C3327A6B-7428-43B1-AC2E-8663D8C9F52F}"/>
    <dgm:cxn modelId="{0E346355-BC88-4A04-9313-E40A3CD7F606}" type="presOf" srcId="{A2B4DD4D-62A0-4AEC-8060-68E6E726B987}" destId="{26939C92-E737-4484-8898-06676A1B259B}" srcOrd="0" destOrd="0" presId="urn:microsoft.com/office/officeart/2016/7/layout/RepeatingBendingProcessNew"/>
    <dgm:cxn modelId="{179BCE85-9E89-42FF-A648-42CD47174FE8}" srcId="{607D2479-FA73-4455-83C9-0CE48DD14C1D}" destId="{A882F723-C47B-4E01-8D19-DF4987BAFEEA}" srcOrd="3" destOrd="0" parTransId="{6CCCD294-E07A-44B1-8FB6-C1C910101468}" sibTransId="{FD454857-37A5-48EC-9AAB-E5EC11B2D99F}"/>
    <dgm:cxn modelId="{06CDADC3-5EA3-4FB4-9B5C-C5307B3CC3F3}" type="presOf" srcId="{FE187D6F-B216-4F26-A3CD-8A1CBE2E6585}" destId="{2EACF911-2EFD-4A0D-8CE4-D384E365B70B}" srcOrd="0" destOrd="0" presId="urn:microsoft.com/office/officeart/2016/7/layout/RepeatingBendingProcessNew"/>
    <dgm:cxn modelId="{507E51C9-8E98-4203-93A1-A291C55A1200}" type="presOf" srcId="{A882F723-C47B-4E01-8D19-DF4987BAFEEA}" destId="{8F7520C7-FD36-4DE8-B2E1-604569E13877}" srcOrd="0" destOrd="0" presId="urn:microsoft.com/office/officeart/2016/7/layout/RepeatingBendingProcessNew"/>
    <dgm:cxn modelId="{31DF16D3-A9BA-43E3-BD2F-4157929D5740}" type="presOf" srcId="{E12BD279-C69E-4995-B1A7-B6A91B2CF7C9}" destId="{EF52F3FD-A895-423A-A796-87A98531A9B7}" srcOrd="0" destOrd="0" presId="urn:microsoft.com/office/officeart/2016/7/layout/RepeatingBendingProcessNew"/>
    <dgm:cxn modelId="{EC7BE6D5-D594-4A69-8E5B-2A7A14DAE8A4}" srcId="{607D2479-FA73-4455-83C9-0CE48DD14C1D}" destId="{A2B4DD4D-62A0-4AEC-8060-68E6E726B987}" srcOrd="1" destOrd="0" parTransId="{04AF8FF0-DD96-4550-96AD-40C2F8045DE2}" sibTransId="{021F52CD-AAE9-4911-B205-64D502BB44C5}"/>
    <dgm:cxn modelId="{F52250D8-8774-4D6F-8647-B085157B5DAC}" type="presOf" srcId="{65526034-E4EE-4881-81D2-ADA1A4A7CBC6}" destId="{858DB615-5A1A-4F22-90C2-10F8ECC42D7E}" srcOrd="0" destOrd="0" presId="urn:microsoft.com/office/officeart/2016/7/layout/RepeatingBendingProcessNew"/>
    <dgm:cxn modelId="{CE4321E0-A7CC-4E5C-BAA0-21405AC3D9E9}" type="presOf" srcId="{AF7E2DD1-3535-44C3-9A8D-3B728C98BF79}" destId="{144BBEA9-765E-43F5-BF48-C76362B732A8}" srcOrd="0" destOrd="0" presId="urn:microsoft.com/office/officeart/2016/7/layout/RepeatingBendingProcessNew"/>
    <dgm:cxn modelId="{F51C86F0-649A-4D2C-9DAE-22E976612BB1}" type="presOf" srcId="{DE3E3869-5068-47C0-818D-D6BBFF2965A8}" destId="{FD678D01-5765-4352-BEB5-699178C74FF8}" srcOrd="0" destOrd="0" presId="urn:microsoft.com/office/officeart/2016/7/layout/RepeatingBendingProcessNew"/>
    <dgm:cxn modelId="{78C208F1-9D1A-4FD2-BB74-4EEA807087BA}" type="presOf" srcId="{021F52CD-AAE9-4911-B205-64D502BB44C5}" destId="{00D8D5B3-6D6B-4466-81BA-AA17D326864B}" srcOrd="1" destOrd="0" presId="urn:microsoft.com/office/officeart/2016/7/layout/RepeatingBendingProcessNew"/>
    <dgm:cxn modelId="{A7DE9C4F-02B6-4654-AF34-01A3D3F67F16}" type="presParOf" srcId="{E441783A-F7A7-4847-B771-954FC690B31C}" destId="{858DB615-5A1A-4F22-90C2-10F8ECC42D7E}" srcOrd="0" destOrd="0" presId="urn:microsoft.com/office/officeart/2016/7/layout/RepeatingBendingProcessNew"/>
    <dgm:cxn modelId="{9507644C-541C-461B-872D-931A55A86F98}" type="presParOf" srcId="{E441783A-F7A7-4847-B771-954FC690B31C}" destId="{EF52F3FD-A895-423A-A796-87A98531A9B7}" srcOrd="1" destOrd="0" presId="urn:microsoft.com/office/officeart/2016/7/layout/RepeatingBendingProcessNew"/>
    <dgm:cxn modelId="{4C4953C5-DE48-4D4D-9C3C-202485088CDD}" type="presParOf" srcId="{EF52F3FD-A895-423A-A796-87A98531A9B7}" destId="{41A1D79A-0004-481E-8C74-A534702A17D1}" srcOrd="0" destOrd="0" presId="urn:microsoft.com/office/officeart/2016/7/layout/RepeatingBendingProcessNew"/>
    <dgm:cxn modelId="{7B4E79B6-9B80-468A-A4ED-F59431125577}" type="presParOf" srcId="{E441783A-F7A7-4847-B771-954FC690B31C}" destId="{26939C92-E737-4484-8898-06676A1B259B}" srcOrd="2" destOrd="0" presId="urn:microsoft.com/office/officeart/2016/7/layout/RepeatingBendingProcessNew"/>
    <dgm:cxn modelId="{D306BC8C-B4D1-46E3-A6DA-F42353EE6359}" type="presParOf" srcId="{E441783A-F7A7-4847-B771-954FC690B31C}" destId="{90CB0F84-93D1-465E-830B-28A5D4B332EE}" srcOrd="3" destOrd="0" presId="urn:microsoft.com/office/officeart/2016/7/layout/RepeatingBendingProcessNew"/>
    <dgm:cxn modelId="{4505F199-57C3-4653-BD04-F678B1B3CC61}" type="presParOf" srcId="{90CB0F84-93D1-465E-830B-28A5D4B332EE}" destId="{00D8D5B3-6D6B-4466-81BA-AA17D326864B}" srcOrd="0" destOrd="0" presId="urn:microsoft.com/office/officeart/2016/7/layout/RepeatingBendingProcessNew"/>
    <dgm:cxn modelId="{E66AF707-9DA9-45FC-B0E4-ED947DD080D6}" type="presParOf" srcId="{E441783A-F7A7-4847-B771-954FC690B31C}" destId="{FD678D01-5765-4352-BEB5-699178C74FF8}" srcOrd="4" destOrd="0" presId="urn:microsoft.com/office/officeart/2016/7/layout/RepeatingBendingProcessNew"/>
    <dgm:cxn modelId="{E0EF83F5-C8FB-4AED-BBBE-07710175B8FD}" type="presParOf" srcId="{E441783A-F7A7-4847-B771-954FC690B31C}" destId="{2EACF911-2EFD-4A0D-8CE4-D384E365B70B}" srcOrd="5" destOrd="0" presId="urn:microsoft.com/office/officeart/2016/7/layout/RepeatingBendingProcessNew"/>
    <dgm:cxn modelId="{F88831B9-90E5-46EF-993C-18DFC7006504}" type="presParOf" srcId="{2EACF911-2EFD-4A0D-8CE4-D384E365B70B}" destId="{390F2EEB-75C7-4431-A348-9864360A7C17}" srcOrd="0" destOrd="0" presId="urn:microsoft.com/office/officeart/2016/7/layout/RepeatingBendingProcessNew"/>
    <dgm:cxn modelId="{7C1E7CAB-117A-49E5-9867-4F7508CA9DD9}" type="presParOf" srcId="{E441783A-F7A7-4847-B771-954FC690B31C}" destId="{8F7520C7-FD36-4DE8-B2E1-604569E13877}" srcOrd="6" destOrd="0" presId="urn:microsoft.com/office/officeart/2016/7/layout/RepeatingBendingProcessNew"/>
    <dgm:cxn modelId="{9D083861-FA66-48A6-80B7-74AF55A78537}" type="presParOf" srcId="{E441783A-F7A7-4847-B771-954FC690B31C}" destId="{EB983158-ADAA-4F1E-B232-B0A258CE331B}" srcOrd="7" destOrd="0" presId="urn:microsoft.com/office/officeart/2016/7/layout/RepeatingBendingProcessNew"/>
    <dgm:cxn modelId="{C3E11C5C-0654-40EF-9F4F-8BB6B6BFBB9B}" type="presParOf" srcId="{EB983158-ADAA-4F1E-B232-B0A258CE331B}" destId="{3F75936A-DB3F-47E9-B002-18F70BAD1A98}" srcOrd="0" destOrd="0" presId="urn:microsoft.com/office/officeart/2016/7/layout/RepeatingBendingProcessNew"/>
    <dgm:cxn modelId="{9B996B3A-D9CD-4947-9F85-CE92627B17CA}" type="presParOf" srcId="{E441783A-F7A7-4847-B771-954FC690B31C}" destId="{144BBEA9-765E-43F5-BF48-C76362B732A8}" srcOrd="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65A833B-EE26-42FD-BF94-377339D8231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828572F-657C-4AF6-8070-084E90D10D3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Interview Question Module</a:t>
          </a:r>
        </a:p>
      </dgm:t>
    </dgm:pt>
    <dgm:pt modelId="{9E6FE7E7-BD27-430A-9B14-6F854CFEE7B1}" type="parTrans" cxnId="{AE872DD9-5B3B-451D-9DA4-7A74212AD524}">
      <dgm:prSet/>
      <dgm:spPr/>
      <dgm:t>
        <a:bodyPr/>
        <a:lstStyle/>
        <a:p>
          <a:endParaRPr lang="en-US"/>
        </a:p>
      </dgm:t>
    </dgm:pt>
    <dgm:pt modelId="{0259A0D3-AC92-47E7-BA6B-A4C1FDB5C941}" type="sibTrans" cxnId="{AE872DD9-5B3B-451D-9DA4-7A74212AD52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55029AF-5D55-4A43-9383-BEAC79C9056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Video Capture Module</a:t>
          </a:r>
        </a:p>
      </dgm:t>
    </dgm:pt>
    <dgm:pt modelId="{DC5D370A-9A1E-4B8D-9786-FBE888408FD8}" type="parTrans" cxnId="{BB1970BC-16C2-43D6-9882-2CD352825FC4}">
      <dgm:prSet/>
      <dgm:spPr/>
      <dgm:t>
        <a:bodyPr/>
        <a:lstStyle/>
        <a:p>
          <a:endParaRPr lang="en-US"/>
        </a:p>
      </dgm:t>
    </dgm:pt>
    <dgm:pt modelId="{33713673-2ABF-49F7-BCB5-504CD0884C5C}" type="sibTrans" cxnId="{BB1970BC-16C2-43D6-9882-2CD352825FC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E50E160-68A1-446A-9FFB-02BD50EE9AE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Emotion Detection Module</a:t>
          </a:r>
        </a:p>
      </dgm:t>
    </dgm:pt>
    <dgm:pt modelId="{3F5C2B5F-4EFF-4045-B013-D21B6F70635E}" type="parTrans" cxnId="{AB60C974-B161-429B-93F7-3ED556E5C0FC}">
      <dgm:prSet/>
      <dgm:spPr/>
      <dgm:t>
        <a:bodyPr/>
        <a:lstStyle/>
        <a:p>
          <a:endParaRPr lang="en-US"/>
        </a:p>
      </dgm:t>
    </dgm:pt>
    <dgm:pt modelId="{240EAD16-7D0F-4673-8CF0-299B98652160}" type="sibTrans" cxnId="{AB60C974-B161-429B-93F7-3ED556E5C0F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3E8E84A-75EF-45FB-BC07-46996C3149F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Speech Analysis Module</a:t>
          </a:r>
        </a:p>
      </dgm:t>
    </dgm:pt>
    <dgm:pt modelId="{EE88D911-072F-45BB-8249-813C7FD08141}" type="parTrans" cxnId="{E2A79467-84C3-4CFB-8B74-E3496B688F7A}">
      <dgm:prSet/>
      <dgm:spPr/>
      <dgm:t>
        <a:bodyPr/>
        <a:lstStyle/>
        <a:p>
          <a:endParaRPr lang="en-US"/>
        </a:p>
      </dgm:t>
    </dgm:pt>
    <dgm:pt modelId="{6470F6FA-D957-4202-B76E-9ABE8B61E760}" type="sibTrans" cxnId="{E2A79467-84C3-4CFB-8B74-E3496B688F7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73F8ABE-596F-4537-BB0B-8A0E012B697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Natural Language Processing Module</a:t>
          </a:r>
        </a:p>
      </dgm:t>
    </dgm:pt>
    <dgm:pt modelId="{365577DF-278E-47F7-BA6C-1D0305DED329}" type="parTrans" cxnId="{4B2A7E69-DB68-4FEC-8965-F1E73FE8A3E8}">
      <dgm:prSet/>
      <dgm:spPr/>
      <dgm:t>
        <a:bodyPr/>
        <a:lstStyle/>
        <a:p>
          <a:endParaRPr lang="en-US"/>
        </a:p>
      </dgm:t>
    </dgm:pt>
    <dgm:pt modelId="{064FE895-A274-4243-9532-E622A1B9B5EA}" type="sibTrans" cxnId="{4B2A7E69-DB68-4FEC-8965-F1E73FE8A3E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8F39771-A542-4769-B02E-A1CBFE3838B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Performance Evaluation Module</a:t>
          </a:r>
        </a:p>
      </dgm:t>
    </dgm:pt>
    <dgm:pt modelId="{4D3499FC-85FB-4C7F-BCE3-DAD44C4A01BE}" type="parTrans" cxnId="{9A422B34-49F1-42E7-8755-E4492F6396E4}">
      <dgm:prSet/>
      <dgm:spPr/>
      <dgm:t>
        <a:bodyPr/>
        <a:lstStyle/>
        <a:p>
          <a:endParaRPr lang="en-US"/>
        </a:p>
      </dgm:t>
    </dgm:pt>
    <dgm:pt modelId="{D19AD45D-8D9B-4FAF-9650-4156443159C5}" type="sibTrans" cxnId="{9A422B34-49F1-42E7-8755-E4492F6396E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F6DC37E-64D8-40E2-8591-C8E6F188F8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Dashboard Visualization Module</a:t>
          </a:r>
        </a:p>
      </dgm:t>
    </dgm:pt>
    <dgm:pt modelId="{484A64BD-B825-4851-BF75-214FA2736208}" type="parTrans" cxnId="{B8F21BC8-DF0B-43D5-B46E-9FF466BF811E}">
      <dgm:prSet/>
      <dgm:spPr/>
      <dgm:t>
        <a:bodyPr/>
        <a:lstStyle/>
        <a:p>
          <a:endParaRPr lang="en-US"/>
        </a:p>
      </dgm:t>
    </dgm:pt>
    <dgm:pt modelId="{324B01FE-72CD-4FE9-A1DA-8D98A2391144}" type="sibTrans" cxnId="{B8F21BC8-DF0B-43D5-B46E-9FF466BF811E}">
      <dgm:prSet/>
      <dgm:spPr/>
      <dgm:t>
        <a:bodyPr/>
        <a:lstStyle/>
        <a:p>
          <a:endParaRPr lang="en-US"/>
        </a:p>
      </dgm:t>
    </dgm:pt>
    <dgm:pt modelId="{EDA22BF8-D315-4897-8EDD-0B93A3D615F3}" type="pres">
      <dgm:prSet presAssocID="{E65A833B-EE26-42FD-BF94-377339D82319}" presName="root" presStyleCnt="0">
        <dgm:presLayoutVars>
          <dgm:dir/>
          <dgm:resizeHandles val="exact"/>
        </dgm:presLayoutVars>
      </dgm:prSet>
      <dgm:spPr/>
    </dgm:pt>
    <dgm:pt modelId="{335AA0F1-3CAE-4B39-8D68-17EDB47F71A7}" type="pres">
      <dgm:prSet presAssocID="{E65A833B-EE26-42FD-BF94-377339D82319}" presName="container" presStyleCnt="0">
        <dgm:presLayoutVars>
          <dgm:dir/>
          <dgm:resizeHandles val="exact"/>
        </dgm:presLayoutVars>
      </dgm:prSet>
      <dgm:spPr/>
    </dgm:pt>
    <dgm:pt modelId="{3BF0FEAD-A120-4BAE-89AC-97BB0C47F28C}" type="pres">
      <dgm:prSet presAssocID="{6828572F-657C-4AF6-8070-084E90D10D30}" presName="compNode" presStyleCnt="0"/>
      <dgm:spPr/>
    </dgm:pt>
    <dgm:pt modelId="{CDFDAA66-6AC7-4776-9E09-D6901927CFFD}" type="pres">
      <dgm:prSet presAssocID="{6828572F-657C-4AF6-8070-084E90D10D30}" presName="iconBgRect" presStyleLbl="bgShp" presStyleIdx="0" presStyleCnt="7"/>
      <dgm:spPr/>
    </dgm:pt>
    <dgm:pt modelId="{AD3FD58E-B96A-4B78-B6E7-01CE43842A03}" type="pres">
      <dgm:prSet presAssocID="{6828572F-657C-4AF6-8070-084E90D10D30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469BDA94-DA7F-4569-850F-64DAEC67710D}" type="pres">
      <dgm:prSet presAssocID="{6828572F-657C-4AF6-8070-084E90D10D30}" presName="spaceRect" presStyleCnt="0"/>
      <dgm:spPr/>
    </dgm:pt>
    <dgm:pt modelId="{4D025D34-82C8-4DF3-A813-8CF6790E4F88}" type="pres">
      <dgm:prSet presAssocID="{6828572F-657C-4AF6-8070-084E90D10D30}" presName="textRect" presStyleLbl="revTx" presStyleIdx="0" presStyleCnt="7">
        <dgm:presLayoutVars>
          <dgm:chMax val="1"/>
          <dgm:chPref val="1"/>
        </dgm:presLayoutVars>
      </dgm:prSet>
      <dgm:spPr/>
    </dgm:pt>
    <dgm:pt modelId="{779BCD2A-38DF-4DE0-B3E5-1230E7E12EB9}" type="pres">
      <dgm:prSet presAssocID="{0259A0D3-AC92-47E7-BA6B-A4C1FDB5C941}" presName="sibTrans" presStyleLbl="sibTrans2D1" presStyleIdx="0" presStyleCnt="0"/>
      <dgm:spPr/>
    </dgm:pt>
    <dgm:pt modelId="{01ABD5B3-37EB-45DB-A29E-CBF952D9725C}" type="pres">
      <dgm:prSet presAssocID="{955029AF-5D55-4A43-9383-BEAC79C9056C}" presName="compNode" presStyleCnt="0"/>
      <dgm:spPr/>
    </dgm:pt>
    <dgm:pt modelId="{D4C50E6A-3BD6-4183-A5B6-C9EED2969C10}" type="pres">
      <dgm:prSet presAssocID="{955029AF-5D55-4A43-9383-BEAC79C9056C}" presName="iconBgRect" presStyleLbl="bgShp" presStyleIdx="1" presStyleCnt="7"/>
      <dgm:spPr/>
    </dgm:pt>
    <dgm:pt modelId="{ABBCDE63-2574-45F8-BD97-A468B4926B21}" type="pres">
      <dgm:prSet presAssocID="{955029AF-5D55-4A43-9383-BEAC79C9056C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ideo camera"/>
        </a:ext>
      </dgm:extLst>
    </dgm:pt>
    <dgm:pt modelId="{C1B9597A-49E5-4718-B4D5-4188E6DFB53E}" type="pres">
      <dgm:prSet presAssocID="{955029AF-5D55-4A43-9383-BEAC79C9056C}" presName="spaceRect" presStyleCnt="0"/>
      <dgm:spPr/>
    </dgm:pt>
    <dgm:pt modelId="{8ADD41C8-743E-4D5D-A9BA-4B4FBD949B4E}" type="pres">
      <dgm:prSet presAssocID="{955029AF-5D55-4A43-9383-BEAC79C9056C}" presName="textRect" presStyleLbl="revTx" presStyleIdx="1" presStyleCnt="7">
        <dgm:presLayoutVars>
          <dgm:chMax val="1"/>
          <dgm:chPref val="1"/>
        </dgm:presLayoutVars>
      </dgm:prSet>
      <dgm:spPr/>
    </dgm:pt>
    <dgm:pt modelId="{979BCB18-FFCC-4506-8BDC-EF9CF34A0B60}" type="pres">
      <dgm:prSet presAssocID="{33713673-2ABF-49F7-BCB5-504CD0884C5C}" presName="sibTrans" presStyleLbl="sibTrans2D1" presStyleIdx="0" presStyleCnt="0"/>
      <dgm:spPr/>
    </dgm:pt>
    <dgm:pt modelId="{5CC8563F-EEC0-4DC4-A0E5-61AB21A76137}" type="pres">
      <dgm:prSet presAssocID="{0E50E160-68A1-446A-9FFB-02BD50EE9AEF}" presName="compNode" presStyleCnt="0"/>
      <dgm:spPr/>
    </dgm:pt>
    <dgm:pt modelId="{88096C92-694A-4EF8-A205-71CC9B95F964}" type="pres">
      <dgm:prSet presAssocID="{0E50E160-68A1-446A-9FFB-02BD50EE9AEF}" presName="iconBgRect" presStyleLbl="bgShp" presStyleIdx="2" presStyleCnt="7"/>
      <dgm:spPr/>
    </dgm:pt>
    <dgm:pt modelId="{D74A50A2-45C5-44CA-928D-3466F11A10A4}" type="pres">
      <dgm:prSet presAssocID="{0E50E160-68A1-446A-9FFB-02BD50EE9AEF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0F2D7CE-6C66-4BF6-B17E-8FB3C4D9E64D}" type="pres">
      <dgm:prSet presAssocID="{0E50E160-68A1-446A-9FFB-02BD50EE9AEF}" presName="spaceRect" presStyleCnt="0"/>
      <dgm:spPr/>
    </dgm:pt>
    <dgm:pt modelId="{808AEA2C-C8B3-4499-88D5-0B088B97317C}" type="pres">
      <dgm:prSet presAssocID="{0E50E160-68A1-446A-9FFB-02BD50EE9AEF}" presName="textRect" presStyleLbl="revTx" presStyleIdx="2" presStyleCnt="7">
        <dgm:presLayoutVars>
          <dgm:chMax val="1"/>
          <dgm:chPref val="1"/>
        </dgm:presLayoutVars>
      </dgm:prSet>
      <dgm:spPr/>
    </dgm:pt>
    <dgm:pt modelId="{2E0F1551-D6B1-4F5F-BF84-935EBB5DCB95}" type="pres">
      <dgm:prSet presAssocID="{240EAD16-7D0F-4673-8CF0-299B98652160}" presName="sibTrans" presStyleLbl="sibTrans2D1" presStyleIdx="0" presStyleCnt="0"/>
      <dgm:spPr/>
    </dgm:pt>
    <dgm:pt modelId="{29807291-BAEF-4451-B399-43DC22E96281}" type="pres">
      <dgm:prSet presAssocID="{D3E8E84A-75EF-45FB-BC07-46996C3149FD}" presName="compNode" presStyleCnt="0"/>
      <dgm:spPr/>
    </dgm:pt>
    <dgm:pt modelId="{09F20B49-9B8A-4E8D-9C7A-9542E4F684F5}" type="pres">
      <dgm:prSet presAssocID="{D3E8E84A-75EF-45FB-BC07-46996C3149FD}" presName="iconBgRect" presStyleLbl="bgShp" presStyleIdx="3" presStyleCnt="7"/>
      <dgm:spPr/>
    </dgm:pt>
    <dgm:pt modelId="{5E30A6E9-8E42-42ED-9DCB-AFCAE184E674}" type="pres">
      <dgm:prSet presAssocID="{D3E8E84A-75EF-45FB-BC07-46996C3149FD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dio microphone"/>
        </a:ext>
      </dgm:extLst>
    </dgm:pt>
    <dgm:pt modelId="{2B2DD491-C7FD-4893-BF5A-97310E170D27}" type="pres">
      <dgm:prSet presAssocID="{D3E8E84A-75EF-45FB-BC07-46996C3149FD}" presName="spaceRect" presStyleCnt="0"/>
      <dgm:spPr/>
    </dgm:pt>
    <dgm:pt modelId="{9C4B1DB9-911E-4F08-BE5E-4553DDAF1195}" type="pres">
      <dgm:prSet presAssocID="{D3E8E84A-75EF-45FB-BC07-46996C3149FD}" presName="textRect" presStyleLbl="revTx" presStyleIdx="3" presStyleCnt="7">
        <dgm:presLayoutVars>
          <dgm:chMax val="1"/>
          <dgm:chPref val="1"/>
        </dgm:presLayoutVars>
      </dgm:prSet>
      <dgm:spPr/>
    </dgm:pt>
    <dgm:pt modelId="{92A3E454-2005-46C1-91A8-F03E1BBEAB8B}" type="pres">
      <dgm:prSet presAssocID="{6470F6FA-D957-4202-B76E-9ABE8B61E760}" presName="sibTrans" presStyleLbl="sibTrans2D1" presStyleIdx="0" presStyleCnt="0"/>
      <dgm:spPr/>
    </dgm:pt>
    <dgm:pt modelId="{162A29E4-3921-4677-B9A9-227FF5805DFC}" type="pres">
      <dgm:prSet presAssocID="{973F8ABE-596F-4537-BB0B-8A0E012B697A}" presName="compNode" presStyleCnt="0"/>
      <dgm:spPr/>
    </dgm:pt>
    <dgm:pt modelId="{28E081B0-4B11-4783-908C-CF3D6980AE07}" type="pres">
      <dgm:prSet presAssocID="{973F8ABE-596F-4537-BB0B-8A0E012B697A}" presName="iconBgRect" presStyleLbl="bgShp" presStyleIdx="4" presStyleCnt="7"/>
      <dgm:spPr/>
    </dgm:pt>
    <dgm:pt modelId="{C2A254B6-257B-4E9C-AC7F-8CEF4C62A779}" type="pres">
      <dgm:prSet presAssocID="{973F8ABE-596F-4537-BB0B-8A0E012B697A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A36B1FBA-9857-4D2A-B658-2F4483F4CD72}" type="pres">
      <dgm:prSet presAssocID="{973F8ABE-596F-4537-BB0B-8A0E012B697A}" presName="spaceRect" presStyleCnt="0"/>
      <dgm:spPr/>
    </dgm:pt>
    <dgm:pt modelId="{27C3DB75-1611-4475-8913-936B78714F11}" type="pres">
      <dgm:prSet presAssocID="{973F8ABE-596F-4537-BB0B-8A0E012B697A}" presName="textRect" presStyleLbl="revTx" presStyleIdx="4" presStyleCnt="7">
        <dgm:presLayoutVars>
          <dgm:chMax val="1"/>
          <dgm:chPref val="1"/>
        </dgm:presLayoutVars>
      </dgm:prSet>
      <dgm:spPr/>
    </dgm:pt>
    <dgm:pt modelId="{713334BA-1758-4F73-9E40-55EC8DD72B71}" type="pres">
      <dgm:prSet presAssocID="{064FE895-A274-4243-9532-E622A1B9B5EA}" presName="sibTrans" presStyleLbl="sibTrans2D1" presStyleIdx="0" presStyleCnt="0"/>
      <dgm:spPr/>
    </dgm:pt>
    <dgm:pt modelId="{FAE09202-C4F6-428E-A6B3-6D6131F1F3C1}" type="pres">
      <dgm:prSet presAssocID="{28F39771-A542-4769-B02E-A1CBFE3838BB}" presName="compNode" presStyleCnt="0"/>
      <dgm:spPr/>
    </dgm:pt>
    <dgm:pt modelId="{4B3C6905-5F59-49F4-A83F-99ED934CD102}" type="pres">
      <dgm:prSet presAssocID="{28F39771-A542-4769-B02E-A1CBFE3838BB}" presName="iconBgRect" presStyleLbl="bgShp" presStyleIdx="5" presStyleCnt="7"/>
      <dgm:spPr/>
    </dgm:pt>
    <dgm:pt modelId="{45EE3A25-D508-45E8-94BE-604DA6B23313}" type="pres">
      <dgm:prSet presAssocID="{28F39771-A542-4769-B02E-A1CBFE3838BB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33F044DC-1066-4727-87CC-B84821B73A8A}" type="pres">
      <dgm:prSet presAssocID="{28F39771-A542-4769-B02E-A1CBFE3838BB}" presName="spaceRect" presStyleCnt="0"/>
      <dgm:spPr/>
    </dgm:pt>
    <dgm:pt modelId="{424F4F3F-6FD1-4C8C-BD02-692CF187E5D0}" type="pres">
      <dgm:prSet presAssocID="{28F39771-A542-4769-B02E-A1CBFE3838BB}" presName="textRect" presStyleLbl="revTx" presStyleIdx="5" presStyleCnt="7">
        <dgm:presLayoutVars>
          <dgm:chMax val="1"/>
          <dgm:chPref val="1"/>
        </dgm:presLayoutVars>
      </dgm:prSet>
      <dgm:spPr/>
    </dgm:pt>
    <dgm:pt modelId="{20D70060-E962-4BBC-B4D3-C297DFAB31DA}" type="pres">
      <dgm:prSet presAssocID="{D19AD45D-8D9B-4FAF-9650-4156443159C5}" presName="sibTrans" presStyleLbl="sibTrans2D1" presStyleIdx="0" presStyleCnt="0"/>
      <dgm:spPr/>
    </dgm:pt>
    <dgm:pt modelId="{578C9036-2AC5-414E-8EDA-75E5A6CD1B36}" type="pres">
      <dgm:prSet presAssocID="{AF6DC37E-64D8-40E2-8591-C8E6F188F8B9}" presName="compNode" presStyleCnt="0"/>
      <dgm:spPr/>
    </dgm:pt>
    <dgm:pt modelId="{904BACC9-1B3C-4E24-AE4E-CB8DF45934B4}" type="pres">
      <dgm:prSet presAssocID="{AF6DC37E-64D8-40E2-8591-C8E6F188F8B9}" presName="iconBgRect" presStyleLbl="bgShp" presStyleIdx="6" presStyleCnt="7"/>
      <dgm:spPr/>
    </dgm:pt>
    <dgm:pt modelId="{740FC8BA-2FA1-44B3-AF56-558B67936D02}" type="pres">
      <dgm:prSet presAssocID="{AF6DC37E-64D8-40E2-8591-C8E6F188F8B9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3568F4D-6A86-4297-99F1-D69246811745}" type="pres">
      <dgm:prSet presAssocID="{AF6DC37E-64D8-40E2-8591-C8E6F188F8B9}" presName="spaceRect" presStyleCnt="0"/>
      <dgm:spPr/>
    </dgm:pt>
    <dgm:pt modelId="{2AD42EFB-3AD2-475D-B203-0A117FD6CF93}" type="pres">
      <dgm:prSet presAssocID="{AF6DC37E-64D8-40E2-8591-C8E6F188F8B9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20B28F1D-2C43-4BF6-AD96-F66AEDEC77C0}" type="presOf" srcId="{D3E8E84A-75EF-45FB-BC07-46996C3149FD}" destId="{9C4B1DB9-911E-4F08-BE5E-4553DDAF1195}" srcOrd="0" destOrd="0" presId="urn:microsoft.com/office/officeart/2018/2/layout/IconCircleList"/>
    <dgm:cxn modelId="{02AEAF2D-F4DB-4F01-8789-4B5FB41E9D76}" type="presOf" srcId="{AF6DC37E-64D8-40E2-8591-C8E6F188F8B9}" destId="{2AD42EFB-3AD2-475D-B203-0A117FD6CF93}" srcOrd="0" destOrd="0" presId="urn:microsoft.com/office/officeart/2018/2/layout/IconCircleList"/>
    <dgm:cxn modelId="{9A422B34-49F1-42E7-8755-E4492F6396E4}" srcId="{E65A833B-EE26-42FD-BF94-377339D82319}" destId="{28F39771-A542-4769-B02E-A1CBFE3838BB}" srcOrd="5" destOrd="0" parTransId="{4D3499FC-85FB-4C7F-BCE3-DAD44C4A01BE}" sibTransId="{D19AD45D-8D9B-4FAF-9650-4156443159C5}"/>
    <dgm:cxn modelId="{C26D993C-951F-4C2F-A95C-B6DA3ACC8DA6}" type="presOf" srcId="{D19AD45D-8D9B-4FAF-9650-4156443159C5}" destId="{20D70060-E962-4BBC-B4D3-C297DFAB31DA}" srcOrd="0" destOrd="0" presId="urn:microsoft.com/office/officeart/2018/2/layout/IconCircleList"/>
    <dgm:cxn modelId="{D3B66660-CC23-4F35-831C-876D4E9BA45D}" type="presOf" srcId="{6470F6FA-D957-4202-B76E-9ABE8B61E760}" destId="{92A3E454-2005-46C1-91A8-F03E1BBEAB8B}" srcOrd="0" destOrd="0" presId="urn:microsoft.com/office/officeart/2018/2/layout/IconCircleList"/>
    <dgm:cxn modelId="{E2A79467-84C3-4CFB-8B74-E3496B688F7A}" srcId="{E65A833B-EE26-42FD-BF94-377339D82319}" destId="{D3E8E84A-75EF-45FB-BC07-46996C3149FD}" srcOrd="3" destOrd="0" parTransId="{EE88D911-072F-45BB-8249-813C7FD08141}" sibTransId="{6470F6FA-D957-4202-B76E-9ABE8B61E760}"/>
    <dgm:cxn modelId="{4B2A7E69-DB68-4FEC-8965-F1E73FE8A3E8}" srcId="{E65A833B-EE26-42FD-BF94-377339D82319}" destId="{973F8ABE-596F-4537-BB0B-8A0E012B697A}" srcOrd="4" destOrd="0" parTransId="{365577DF-278E-47F7-BA6C-1D0305DED329}" sibTransId="{064FE895-A274-4243-9532-E622A1B9B5EA}"/>
    <dgm:cxn modelId="{E0E04853-77B3-4DC2-9829-B22A6EA26C77}" type="presOf" srcId="{240EAD16-7D0F-4673-8CF0-299B98652160}" destId="{2E0F1551-D6B1-4F5F-BF84-935EBB5DCB95}" srcOrd="0" destOrd="0" presId="urn:microsoft.com/office/officeart/2018/2/layout/IconCircleList"/>
    <dgm:cxn modelId="{AB60C974-B161-429B-93F7-3ED556E5C0FC}" srcId="{E65A833B-EE26-42FD-BF94-377339D82319}" destId="{0E50E160-68A1-446A-9FFB-02BD50EE9AEF}" srcOrd="2" destOrd="0" parTransId="{3F5C2B5F-4EFF-4045-B013-D21B6F70635E}" sibTransId="{240EAD16-7D0F-4673-8CF0-299B98652160}"/>
    <dgm:cxn modelId="{2EBBA57D-1490-4727-A20F-A1F5ECF60810}" type="presOf" srcId="{28F39771-A542-4769-B02E-A1CBFE3838BB}" destId="{424F4F3F-6FD1-4C8C-BD02-692CF187E5D0}" srcOrd="0" destOrd="0" presId="urn:microsoft.com/office/officeart/2018/2/layout/IconCircleList"/>
    <dgm:cxn modelId="{3FD84698-32FD-4C2F-9236-70F2BAF875F6}" type="presOf" srcId="{973F8ABE-596F-4537-BB0B-8A0E012B697A}" destId="{27C3DB75-1611-4475-8913-936B78714F11}" srcOrd="0" destOrd="0" presId="urn:microsoft.com/office/officeart/2018/2/layout/IconCircleList"/>
    <dgm:cxn modelId="{1F652799-805B-4289-8A11-A021A2E94913}" type="presOf" srcId="{0259A0D3-AC92-47E7-BA6B-A4C1FDB5C941}" destId="{779BCD2A-38DF-4DE0-B3E5-1230E7E12EB9}" srcOrd="0" destOrd="0" presId="urn:microsoft.com/office/officeart/2018/2/layout/IconCircleList"/>
    <dgm:cxn modelId="{C2E224B7-8731-4E37-B2E0-C182111C3AD2}" type="presOf" srcId="{E65A833B-EE26-42FD-BF94-377339D82319}" destId="{EDA22BF8-D315-4897-8EDD-0B93A3D615F3}" srcOrd="0" destOrd="0" presId="urn:microsoft.com/office/officeart/2018/2/layout/IconCircleList"/>
    <dgm:cxn modelId="{BB1970BC-16C2-43D6-9882-2CD352825FC4}" srcId="{E65A833B-EE26-42FD-BF94-377339D82319}" destId="{955029AF-5D55-4A43-9383-BEAC79C9056C}" srcOrd="1" destOrd="0" parTransId="{DC5D370A-9A1E-4B8D-9786-FBE888408FD8}" sibTransId="{33713673-2ABF-49F7-BCB5-504CD0884C5C}"/>
    <dgm:cxn modelId="{6F97BEC1-0F8D-44AF-B9D7-1EF3B76F3E2F}" type="presOf" srcId="{33713673-2ABF-49F7-BCB5-504CD0884C5C}" destId="{979BCB18-FFCC-4506-8BDC-EF9CF34A0B60}" srcOrd="0" destOrd="0" presId="urn:microsoft.com/office/officeart/2018/2/layout/IconCircleList"/>
    <dgm:cxn modelId="{B8F21BC8-DF0B-43D5-B46E-9FF466BF811E}" srcId="{E65A833B-EE26-42FD-BF94-377339D82319}" destId="{AF6DC37E-64D8-40E2-8591-C8E6F188F8B9}" srcOrd="6" destOrd="0" parTransId="{484A64BD-B825-4851-BF75-214FA2736208}" sibTransId="{324B01FE-72CD-4FE9-A1DA-8D98A2391144}"/>
    <dgm:cxn modelId="{AE872DD9-5B3B-451D-9DA4-7A74212AD524}" srcId="{E65A833B-EE26-42FD-BF94-377339D82319}" destId="{6828572F-657C-4AF6-8070-084E90D10D30}" srcOrd="0" destOrd="0" parTransId="{9E6FE7E7-BD27-430A-9B14-6F854CFEE7B1}" sibTransId="{0259A0D3-AC92-47E7-BA6B-A4C1FDB5C941}"/>
    <dgm:cxn modelId="{AF67ADDC-B59B-454C-97B8-6F7E381CEE75}" type="presOf" srcId="{6828572F-657C-4AF6-8070-084E90D10D30}" destId="{4D025D34-82C8-4DF3-A813-8CF6790E4F88}" srcOrd="0" destOrd="0" presId="urn:microsoft.com/office/officeart/2018/2/layout/IconCircleList"/>
    <dgm:cxn modelId="{A11A7DE2-014F-4C79-BA8E-F6A01B4BB301}" type="presOf" srcId="{955029AF-5D55-4A43-9383-BEAC79C9056C}" destId="{8ADD41C8-743E-4D5D-A9BA-4B4FBD949B4E}" srcOrd="0" destOrd="0" presId="urn:microsoft.com/office/officeart/2018/2/layout/IconCircleList"/>
    <dgm:cxn modelId="{6052D5E3-B82B-44E6-AC13-30F79CC13D10}" type="presOf" srcId="{064FE895-A274-4243-9532-E622A1B9B5EA}" destId="{713334BA-1758-4F73-9E40-55EC8DD72B71}" srcOrd="0" destOrd="0" presId="urn:microsoft.com/office/officeart/2018/2/layout/IconCircleList"/>
    <dgm:cxn modelId="{C15085F3-4C7B-48BD-A156-7215DDAFAA93}" type="presOf" srcId="{0E50E160-68A1-446A-9FFB-02BD50EE9AEF}" destId="{808AEA2C-C8B3-4499-88D5-0B088B97317C}" srcOrd="0" destOrd="0" presId="urn:microsoft.com/office/officeart/2018/2/layout/IconCircleList"/>
    <dgm:cxn modelId="{B72CD8FA-31D7-43B8-9D6B-04DC9E3BC7A9}" type="presParOf" srcId="{EDA22BF8-D315-4897-8EDD-0B93A3D615F3}" destId="{335AA0F1-3CAE-4B39-8D68-17EDB47F71A7}" srcOrd="0" destOrd="0" presId="urn:microsoft.com/office/officeart/2018/2/layout/IconCircleList"/>
    <dgm:cxn modelId="{E1E1A1C9-7BC1-45BE-A1D0-950255A1E794}" type="presParOf" srcId="{335AA0F1-3CAE-4B39-8D68-17EDB47F71A7}" destId="{3BF0FEAD-A120-4BAE-89AC-97BB0C47F28C}" srcOrd="0" destOrd="0" presId="urn:microsoft.com/office/officeart/2018/2/layout/IconCircleList"/>
    <dgm:cxn modelId="{9AD85A92-81F0-41D7-A0F5-9A9FA9D09F03}" type="presParOf" srcId="{3BF0FEAD-A120-4BAE-89AC-97BB0C47F28C}" destId="{CDFDAA66-6AC7-4776-9E09-D6901927CFFD}" srcOrd="0" destOrd="0" presId="urn:microsoft.com/office/officeart/2018/2/layout/IconCircleList"/>
    <dgm:cxn modelId="{C39B6A8D-A764-4020-BB3E-F6ED09A193CA}" type="presParOf" srcId="{3BF0FEAD-A120-4BAE-89AC-97BB0C47F28C}" destId="{AD3FD58E-B96A-4B78-B6E7-01CE43842A03}" srcOrd="1" destOrd="0" presId="urn:microsoft.com/office/officeart/2018/2/layout/IconCircleList"/>
    <dgm:cxn modelId="{9C96546C-1847-4920-B490-6DCADBFCFEC1}" type="presParOf" srcId="{3BF0FEAD-A120-4BAE-89AC-97BB0C47F28C}" destId="{469BDA94-DA7F-4569-850F-64DAEC67710D}" srcOrd="2" destOrd="0" presId="urn:microsoft.com/office/officeart/2018/2/layout/IconCircleList"/>
    <dgm:cxn modelId="{866DF1E8-DFDA-4693-80E7-82EB0F4171BB}" type="presParOf" srcId="{3BF0FEAD-A120-4BAE-89AC-97BB0C47F28C}" destId="{4D025D34-82C8-4DF3-A813-8CF6790E4F88}" srcOrd="3" destOrd="0" presId="urn:microsoft.com/office/officeart/2018/2/layout/IconCircleList"/>
    <dgm:cxn modelId="{C6B55851-D13D-458C-A141-5BC38613A931}" type="presParOf" srcId="{335AA0F1-3CAE-4B39-8D68-17EDB47F71A7}" destId="{779BCD2A-38DF-4DE0-B3E5-1230E7E12EB9}" srcOrd="1" destOrd="0" presId="urn:microsoft.com/office/officeart/2018/2/layout/IconCircleList"/>
    <dgm:cxn modelId="{6AD697CF-5685-456F-B65A-FC056A3FEF43}" type="presParOf" srcId="{335AA0F1-3CAE-4B39-8D68-17EDB47F71A7}" destId="{01ABD5B3-37EB-45DB-A29E-CBF952D9725C}" srcOrd="2" destOrd="0" presId="urn:microsoft.com/office/officeart/2018/2/layout/IconCircleList"/>
    <dgm:cxn modelId="{6085ABBD-4ABD-4DB0-A26C-2501812C50DA}" type="presParOf" srcId="{01ABD5B3-37EB-45DB-A29E-CBF952D9725C}" destId="{D4C50E6A-3BD6-4183-A5B6-C9EED2969C10}" srcOrd="0" destOrd="0" presId="urn:microsoft.com/office/officeart/2018/2/layout/IconCircleList"/>
    <dgm:cxn modelId="{2CAC866C-59BE-4E37-B6AD-CE4278CC1903}" type="presParOf" srcId="{01ABD5B3-37EB-45DB-A29E-CBF952D9725C}" destId="{ABBCDE63-2574-45F8-BD97-A468B4926B21}" srcOrd="1" destOrd="0" presId="urn:microsoft.com/office/officeart/2018/2/layout/IconCircleList"/>
    <dgm:cxn modelId="{3C896329-CC90-4D7E-85F5-27E6917B84B1}" type="presParOf" srcId="{01ABD5B3-37EB-45DB-A29E-CBF952D9725C}" destId="{C1B9597A-49E5-4718-B4D5-4188E6DFB53E}" srcOrd="2" destOrd="0" presId="urn:microsoft.com/office/officeart/2018/2/layout/IconCircleList"/>
    <dgm:cxn modelId="{E9081F44-40A6-48B5-8717-2CC2B22D6A7B}" type="presParOf" srcId="{01ABD5B3-37EB-45DB-A29E-CBF952D9725C}" destId="{8ADD41C8-743E-4D5D-A9BA-4B4FBD949B4E}" srcOrd="3" destOrd="0" presId="urn:microsoft.com/office/officeart/2018/2/layout/IconCircleList"/>
    <dgm:cxn modelId="{C9AFFF0A-8DB2-438E-B895-A7A516A5CF72}" type="presParOf" srcId="{335AA0F1-3CAE-4B39-8D68-17EDB47F71A7}" destId="{979BCB18-FFCC-4506-8BDC-EF9CF34A0B60}" srcOrd="3" destOrd="0" presId="urn:microsoft.com/office/officeart/2018/2/layout/IconCircleList"/>
    <dgm:cxn modelId="{15C1DF8B-B862-4686-B73A-30F8CF8D6937}" type="presParOf" srcId="{335AA0F1-3CAE-4B39-8D68-17EDB47F71A7}" destId="{5CC8563F-EEC0-4DC4-A0E5-61AB21A76137}" srcOrd="4" destOrd="0" presId="urn:microsoft.com/office/officeart/2018/2/layout/IconCircleList"/>
    <dgm:cxn modelId="{0696054B-757E-4A37-83C7-4EA9B852C5D7}" type="presParOf" srcId="{5CC8563F-EEC0-4DC4-A0E5-61AB21A76137}" destId="{88096C92-694A-4EF8-A205-71CC9B95F964}" srcOrd="0" destOrd="0" presId="urn:microsoft.com/office/officeart/2018/2/layout/IconCircleList"/>
    <dgm:cxn modelId="{020433CB-3F54-4FA5-8F8F-091BEF6435D1}" type="presParOf" srcId="{5CC8563F-EEC0-4DC4-A0E5-61AB21A76137}" destId="{D74A50A2-45C5-44CA-928D-3466F11A10A4}" srcOrd="1" destOrd="0" presId="urn:microsoft.com/office/officeart/2018/2/layout/IconCircleList"/>
    <dgm:cxn modelId="{87012303-2268-40C7-952C-3A875CECEF97}" type="presParOf" srcId="{5CC8563F-EEC0-4DC4-A0E5-61AB21A76137}" destId="{D0F2D7CE-6C66-4BF6-B17E-8FB3C4D9E64D}" srcOrd="2" destOrd="0" presId="urn:microsoft.com/office/officeart/2018/2/layout/IconCircleList"/>
    <dgm:cxn modelId="{82CBCE93-686E-41BD-AF12-9A1427B8D42A}" type="presParOf" srcId="{5CC8563F-EEC0-4DC4-A0E5-61AB21A76137}" destId="{808AEA2C-C8B3-4499-88D5-0B088B97317C}" srcOrd="3" destOrd="0" presId="urn:microsoft.com/office/officeart/2018/2/layout/IconCircleList"/>
    <dgm:cxn modelId="{9ED3B9D7-384E-411E-A3D6-217F394459D7}" type="presParOf" srcId="{335AA0F1-3CAE-4B39-8D68-17EDB47F71A7}" destId="{2E0F1551-D6B1-4F5F-BF84-935EBB5DCB95}" srcOrd="5" destOrd="0" presId="urn:microsoft.com/office/officeart/2018/2/layout/IconCircleList"/>
    <dgm:cxn modelId="{5A6E783C-4252-4453-9D74-9773BB9EF153}" type="presParOf" srcId="{335AA0F1-3CAE-4B39-8D68-17EDB47F71A7}" destId="{29807291-BAEF-4451-B399-43DC22E96281}" srcOrd="6" destOrd="0" presId="urn:microsoft.com/office/officeart/2018/2/layout/IconCircleList"/>
    <dgm:cxn modelId="{29DCB374-5925-4D9F-8E49-3B708F12FA1F}" type="presParOf" srcId="{29807291-BAEF-4451-B399-43DC22E96281}" destId="{09F20B49-9B8A-4E8D-9C7A-9542E4F684F5}" srcOrd="0" destOrd="0" presId="urn:microsoft.com/office/officeart/2018/2/layout/IconCircleList"/>
    <dgm:cxn modelId="{5700A5CE-EF8B-499B-8A39-0CEEE8DF7EE1}" type="presParOf" srcId="{29807291-BAEF-4451-B399-43DC22E96281}" destId="{5E30A6E9-8E42-42ED-9DCB-AFCAE184E674}" srcOrd="1" destOrd="0" presId="urn:microsoft.com/office/officeart/2018/2/layout/IconCircleList"/>
    <dgm:cxn modelId="{FF9539EB-6836-46EA-9153-9C01F3650727}" type="presParOf" srcId="{29807291-BAEF-4451-B399-43DC22E96281}" destId="{2B2DD491-C7FD-4893-BF5A-97310E170D27}" srcOrd="2" destOrd="0" presId="urn:microsoft.com/office/officeart/2018/2/layout/IconCircleList"/>
    <dgm:cxn modelId="{7FD43C15-171B-4B01-9FB3-EE3A78464E0B}" type="presParOf" srcId="{29807291-BAEF-4451-B399-43DC22E96281}" destId="{9C4B1DB9-911E-4F08-BE5E-4553DDAF1195}" srcOrd="3" destOrd="0" presId="urn:microsoft.com/office/officeart/2018/2/layout/IconCircleList"/>
    <dgm:cxn modelId="{137CF21C-BD22-4EAA-8903-730BEAF0EA81}" type="presParOf" srcId="{335AA0F1-3CAE-4B39-8D68-17EDB47F71A7}" destId="{92A3E454-2005-46C1-91A8-F03E1BBEAB8B}" srcOrd="7" destOrd="0" presId="urn:microsoft.com/office/officeart/2018/2/layout/IconCircleList"/>
    <dgm:cxn modelId="{1BE4D8A8-2122-4D92-AC66-D59F6C924322}" type="presParOf" srcId="{335AA0F1-3CAE-4B39-8D68-17EDB47F71A7}" destId="{162A29E4-3921-4677-B9A9-227FF5805DFC}" srcOrd="8" destOrd="0" presId="urn:microsoft.com/office/officeart/2018/2/layout/IconCircleList"/>
    <dgm:cxn modelId="{66739C83-9461-4725-B610-73AD31BA591E}" type="presParOf" srcId="{162A29E4-3921-4677-B9A9-227FF5805DFC}" destId="{28E081B0-4B11-4783-908C-CF3D6980AE07}" srcOrd="0" destOrd="0" presId="urn:microsoft.com/office/officeart/2018/2/layout/IconCircleList"/>
    <dgm:cxn modelId="{30C3DDA6-7B0C-4578-9B08-F938E51DA441}" type="presParOf" srcId="{162A29E4-3921-4677-B9A9-227FF5805DFC}" destId="{C2A254B6-257B-4E9C-AC7F-8CEF4C62A779}" srcOrd="1" destOrd="0" presId="urn:microsoft.com/office/officeart/2018/2/layout/IconCircleList"/>
    <dgm:cxn modelId="{3893841E-3483-4B12-B61B-349DE761F7B5}" type="presParOf" srcId="{162A29E4-3921-4677-B9A9-227FF5805DFC}" destId="{A36B1FBA-9857-4D2A-B658-2F4483F4CD72}" srcOrd="2" destOrd="0" presId="urn:microsoft.com/office/officeart/2018/2/layout/IconCircleList"/>
    <dgm:cxn modelId="{42AD2C9A-7201-4EEF-A618-A44EF25BC4F1}" type="presParOf" srcId="{162A29E4-3921-4677-B9A9-227FF5805DFC}" destId="{27C3DB75-1611-4475-8913-936B78714F11}" srcOrd="3" destOrd="0" presId="urn:microsoft.com/office/officeart/2018/2/layout/IconCircleList"/>
    <dgm:cxn modelId="{A6847780-C954-436D-9E73-07F091DCE52A}" type="presParOf" srcId="{335AA0F1-3CAE-4B39-8D68-17EDB47F71A7}" destId="{713334BA-1758-4F73-9E40-55EC8DD72B71}" srcOrd="9" destOrd="0" presId="urn:microsoft.com/office/officeart/2018/2/layout/IconCircleList"/>
    <dgm:cxn modelId="{DC7542C9-78BD-4D29-8F20-647CA215AB82}" type="presParOf" srcId="{335AA0F1-3CAE-4B39-8D68-17EDB47F71A7}" destId="{FAE09202-C4F6-428E-A6B3-6D6131F1F3C1}" srcOrd="10" destOrd="0" presId="urn:microsoft.com/office/officeart/2018/2/layout/IconCircleList"/>
    <dgm:cxn modelId="{31711B99-A7B6-412C-B4E8-042ADF7FF4F1}" type="presParOf" srcId="{FAE09202-C4F6-428E-A6B3-6D6131F1F3C1}" destId="{4B3C6905-5F59-49F4-A83F-99ED934CD102}" srcOrd="0" destOrd="0" presId="urn:microsoft.com/office/officeart/2018/2/layout/IconCircleList"/>
    <dgm:cxn modelId="{146F7337-BDD5-461A-9A78-2197D1D11DF3}" type="presParOf" srcId="{FAE09202-C4F6-428E-A6B3-6D6131F1F3C1}" destId="{45EE3A25-D508-45E8-94BE-604DA6B23313}" srcOrd="1" destOrd="0" presId="urn:microsoft.com/office/officeart/2018/2/layout/IconCircleList"/>
    <dgm:cxn modelId="{309C6D7B-7BD5-4846-8FCB-16BBD56E6792}" type="presParOf" srcId="{FAE09202-C4F6-428E-A6B3-6D6131F1F3C1}" destId="{33F044DC-1066-4727-87CC-B84821B73A8A}" srcOrd="2" destOrd="0" presId="urn:microsoft.com/office/officeart/2018/2/layout/IconCircleList"/>
    <dgm:cxn modelId="{4376FE0D-7464-4575-9348-252A9E0C53ED}" type="presParOf" srcId="{FAE09202-C4F6-428E-A6B3-6D6131F1F3C1}" destId="{424F4F3F-6FD1-4C8C-BD02-692CF187E5D0}" srcOrd="3" destOrd="0" presId="urn:microsoft.com/office/officeart/2018/2/layout/IconCircleList"/>
    <dgm:cxn modelId="{276B3D30-A17A-4FDF-872A-205E48CF2CAE}" type="presParOf" srcId="{335AA0F1-3CAE-4B39-8D68-17EDB47F71A7}" destId="{20D70060-E962-4BBC-B4D3-C297DFAB31DA}" srcOrd="11" destOrd="0" presId="urn:microsoft.com/office/officeart/2018/2/layout/IconCircleList"/>
    <dgm:cxn modelId="{3652F6CA-3ED8-4712-AA5D-29DE7699909B}" type="presParOf" srcId="{335AA0F1-3CAE-4B39-8D68-17EDB47F71A7}" destId="{578C9036-2AC5-414E-8EDA-75E5A6CD1B36}" srcOrd="12" destOrd="0" presId="urn:microsoft.com/office/officeart/2018/2/layout/IconCircleList"/>
    <dgm:cxn modelId="{CA147AC0-9D42-496B-880F-DBD2E7950605}" type="presParOf" srcId="{578C9036-2AC5-414E-8EDA-75E5A6CD1B36}" destId="{904BACC9-1B3C-4E24-AE4E-CB8DF45934B4}" srcOrd="0" destOrd="0" presId="urn:microsoft.com/office/officeart/2018/2/layout/IconCircleList"/>
    <dgm:cxn modelId="{C38976BF-A866-4107-837A-D70417B6E5DA}" type="presParOf" srcId="{578C9036-2AC5-414E-8EDA-75E5A6CD1B36}" destId="{740FC8BA-2FA1-44B3-AF56-558B67936D02}" srcOrd="1" destOrd="0" presId="urn:microsoft.com/office/officeart/2018/2/layout/IconCircleList"/>
    <dgm:cxn modelId="{088FDA01-D911-445D-BC7E-46896B361E1B}" type="presParOf" srcId="{578C9036-2AC5-414E-8EDA-75E5A6CD1B36}" destId="{33568F4D-6A86-4297-99F1-D69246811745}" srcOrd="2" destOrd="0" presId="urn:microsoft.com/office/officeart/2018/2/layout/IconCircleList"/>
    <dgm:cxn modelId="{E0C2EB16-820D-44FC-BABE-9B1BCFF64523}" type="presParOf" srcId="{578C9036-2AC5-414E-8EDA-75E5A6CD1B36}" destId="{2AD42EFB-3AD2-475D-B203-0A117FD6CF9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FAEA0DE-590F-421D-BA12-6025A330426D}" type="doc">
      <dgm:prSet loTypeId="urn:microsoft.com/office/officeart/2005/8/layout/defaul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A87B89C4-4841-479A-BE15-F9109D652CEB}">
      <dgm:prSet/>
      <dgm:spPr/>
      <dgm:t>
        <a:bodyPr/>
        <a:lstStyle/>
        <a:p>
          <a:r>
            <a:rPr lang="en-US"/>
            <a:t>Frontend: React.js dashboard interface</a:t>
          </a:r>
        </a:p>
      </dgm:t>
    </dgm:pt>
    <dgm:pt modelId="{35BEB262-DBAB-42F3-B907-9C936BA18DF1}" type="parTrans" cxnId="{B754963F-FC61-4562-AC73-C8C1546914F2}">
      <dgm:prSet/>
      <dgm:spPr/>
      <dgm:t>
        <a:bodyPr/>
        <a:lstStyle/>
        <a:p>
          <a:endParaRPr lang="en-US"/>
        </a:p>
      </dgm:t>
    </dgm:pt>
    <dgm:pt modelId="{0CC7A9E6-F7E8-4BAE-9C66-8533A961164E}" type="sibTrans" cxnId="{B754963F-FC61-4562-AC73-C8C1546914F2}">
      <dgm:prSet/>
      <dgm:spPr/>
      <dgm:t>
        <a:bodyPr/>
        <a:lstStyle/>
        <a:p>
          <a:endParaRPr lang="en-US"/>
        </a:p>
      </dgm:t>
    </dgm:pt>
    <dgm:pt modelId="{92B91F86-74B9-4B3B-98FD-47A72767A69D}">
      <dgm:prSet/>
      <dgm:spPr/>
      <dgm:t>
        <a:bodyPr/>
        <a:lstStyle/>
        <a:p>
          <a:r>
            <a:rPr lang="en-US"/>
            <a:t>Backend: FastAPI server</a:t>
          </a:r>
        </a:p>
      </dgm:t>
    </dgm:pt>
    <dgm:pt modelId="{B4268342-69FC-4974-81F7-0E221C3A3442}" type="parTrans" cxnId="{02A51F9D-5B84-4C89-8D69-158D18D80CF7}">
      <dgm:prSet/>
      <dgm:spPr/>
      <dgm:t>
        <a:bodyPr/>
        <a:lstStyle/>
        <a:p>
          <a:endParaRPr lang="en-US"/>
        </a:p>
      </dgm:t>
    </dgm:pt>
    <dgm:pt modelId="{2D6DBE17-8FA4-464C-B110-FBBC5884D677}" type="sibTrans" cxnId="{02A51F9D-5B84-4C89-8D69-158D18D80CF7}">
      <dgm:prSet/>
      <dgm:spPr/>
      <dgm:t>
        <a:bodyPr/>
        <a:lstStyle/>
        <a:p>
          <a:endParaRPr lang="en-US"/>
        </a:p>
      </dgm:t>
    </dgm:pt>
    <dgm:pt modelId="{4AD0DACE-50BA-45C7-B3F1-E53F20A09470}">
      <dgm:prSet/>
      <dgm:spPr/>
      <dgm:t>
        <a:bodyPr/>
        <a:lstStyle/>
        <a:p>
          <a:r>
            <a:rPr lang="en-US"/>
            <a:t>Emotion Detection using CNN model</a:t>
          </a:r>
        </a:p>
      </dgm:t>
    </dgm:pt>
    <dgm:pt modelId="{5FA66F22-1E7B-4525-8558-7C3F0A194BF1}" type="parTrans" cxnId="{2A473EC9-D8E7-49C2-A695-942E6BA8D340}">
      <dgm:prSet/>
      <dgm:spPr/>
      <dgm:t>
        <a:bodyPr/>
        <a:lstStyle/>
        <a:p>
          <a:endParaRPr lang="en-US"/>
        </a:p>
      </dgm:t>
    </dgm:pt>
    <dgm:pt modelId="{B7B153EC-16F0-42E0-B558-735A54DDAE8A}" type="sibTrans" cxnId="{2A473EC9-D8E7-49C2-A695-942E6BA8D340}">
      <dgm:prSet/>
      <dgm:spPr/>
      <dgm:t>
        <a:bodyPr/>
        <a:lstStyle/>
        <a:p>
          <a:endParaRPr lang="en-US"/>
        </a:p>
      </dgm:t>
    </dgm:pt>
    <dgm:pt modelId="{6B215989-C551-43D6-8791-C7848603706A}">
      <dgm:prSet/>
      <dgm:spPr/>
      <dgm:t>
        <a:bodyPr/>
        <a:lstStyle/>
        <a:p>
          <a:r>
            <a:rPr lang="en-US"/>
            <a:t>Speech Recognition using Whisper</a:t>
          </a:r>
        </a:p>
      </dgm:t>
    </dgm:pt>
    <dgm:pt modelId="{E235E63B-A7FF-4F6B-B1C1-21D7469A08E0}" type="parTrans" cxnId="{C9D21DAD-73CD-4540-8AD3-E9165135E021}">
      <dgm:prSet/>
      <dgm:spPr/>
      <dgm:t>
        <a:bodyPr/>
        <a:lstStyle/>
        <a:p>
          <a:endParaRPr lang="en-US"/>
        </a:p>
      </dgm:t>
    </dgm:pt>
    <dgm:pt modelId="{99B0BD73-2D6A-4648-9876-9253269AA17D}" type="sibTrans" cxnId="{C9D21DAD-73CD-4540-8AD3-E9165135E021}">
      <dgm:prSet/>
      <dgm:spPr/>
      <dgm:t>
        <a:bodyPr/>
        <a:lstStyle/>
        <a:p>
          <a:endParaRPr lang="en-US"/>
        </a:p>
      </dgm:t>
    </dgm:pt>
    <dgm:pt modelId="{6A142C81-4EA0-4824-A832-5A72F494AD6F}">
      <dgm:prSet/>
      <dgm:spPr/>
      <dgm:t>
        <a:bodyPr/>
        <a:lstStyle/>
        <a:p>
          <a:r>
            <a:rPr lang="en-US"/>
            <a:t>NLP analysis using NLTK</a:t>
          </a:r>
        </a:p>
      </dgm:t>
    </dgm:pt>
    <dgm:pt modelId="{001950ED-32BB-4471-9FE8-273766782D57}" type="parTrans" cxnId="{E9868132-0564-44EF-8075-37EAC4D00AFC}">
      <dgm:prSet/>
      <dgm:spPr/>
      <dgm:t>
        <a:bodyPr/>
        <a:lstStyle/>
        <a:p>
          <a:endParaRPr lang="en-US"/>
        </a:p>
      </dgm:t>
    </dgm:pt>
    <dgm:pt modelId="{5CE15A5C-D761-4D7F-BDE1-8D34CDA6645B}" type="sibTrans" cxnId="{E9868132-0564-44EF-8075-37EAC4D00AFC}">
      <dgm:prSet/>
      <dgm:spPr/>
      <dgm:t>
        <a:bodyPr/>
        <a:lstStyle/>
        <a:p>
          <a:endParaRPr lang="en-US"/>
        </a:p>
      </dgm:t>
    </dgm:pt>
    <dgm:pt modelId="{730A3F1D-C94D-4C3F-AC94-1EBF62F9F499}">
      <dgm:prSet/>
      <dgm:spPr/>
      <dgm:t>
        <a:bodyPr/>
        <a:lstStyle/>
        <a:p>
          <a:r>
            <a:rPr lang="en-US"/>
            <a:t>Results displayed through analytics dashboard</a:t>
          </a:r>
        </a:p>
      </dgm:t>
    </dgm:pt>
    <dgm:pt modelId="{AB6807D9-1AEC-4755-AF5A-64BDAA20B45A}" type="parTrans" cxnId="{C3AA5D21-A85B-4737-84D8-F15A14437978}">
      <dgm:prSet/>
      <dgm:spPr/>
      <dgm:t>
        <a:bodyPr/>
        <a:lstStyle/>
        <a:p>
          <a:endParaRPr lang="en-US"/>
        </a:p>
      </dgm:t>
    </dgm:pt>
    <dgm:pt modelId="{66510CDC-1E1F-48DB-A786-F07D7C06C624}" type="sibTrans" cxnId="{C3AA5D21-A85B-4737-84D8-F15A14437978}">
      <dgm:prSet/>
      <dgm:spPr/>
      <dgm:t>
        <a:bodyPr/>
        <a:lstStyle/>
        <a:p>
          <a:endParaRPr lang="en-US"/>
        </a:p>
      </dgm:t>
    </dgm:pt>
    <dgm:pt modelId="{AAF1CF88-0EBA-48F2-9C71-64831F258D59}" type="pres">
      <dgm:prSet presAssocID="{2FAEA0DE-590F-421D-BA12-6025A330426D}" presName="diagram" presStyleCnt="0">
        <dgm:presLayoutVars>
          <dgm:dir/>
          <dgm:resizeHandles val="exact"/>
        </dgm:presLayoutVars>
      </dgm:prSet>
      <dgm:spPr/>
    </dgm:pt>
    <dgm:pt modelId="{6067BDBA-6747-4490-ABD7-7C07615B160B}" type="pres">
      <dgm:prSet presAssocID="{A87B89C4-4841-479A-BE15-F9109D652CEB}" presName="node" presStyleLbl="node1" presStyleIdx="0" presStyleCnt="6">
        <dgm:presLayoutVars>
          <dgm:bulletEnabled val="1"/>
        </dgm:presLayoutVars>
      </dgm:prSet>
      <dgm:spPr/>
    </dgm:pt>
    <dgm:pt modelId="{370856ED-3AE8-4EAF-B7C5-0987864A4207}" type="pres">
      <dgm:prSet presAssocID="{0CC7A9E6-F7E8-4BAE-9C66-8533A961164E}" presName="sibTrans" presStyleCnt="0"/>
      <dgm:spPr/>
    </dgm:pt>
    <dgm:pt modelId="{43F1E2EE-40F1-4CF0-A694-96A75831BEA1}" type="pres">
      <dgm:prSet presAssocID="{92B91F86-74B9-4B3B-98FD-47A72767A69D}" presName="node" presStyleLbl="node1" presStyleIdx="1" presStyleCnt="6">
        <dgm:presLayoutVars>
          <dgm:bulletEnabled val="1"/>
        </dgm:presLayoutVars>
      </dgm:prSet>
      <dgm:spPr/>
    </dgm:pt>
    <dgm:pt modelId="{32A4A4AC-91A0-41E1-808D-C80B24CC244D}" type="pres">
      <dgm:prSet presAssocID="{2D6DBE17-8FA4-464C-B110-FBBC5884D677}" presName="sibTrans" presStyleCnt="0"/>
      <dgm:spPr/>
    </dgm:pt>
    <dgm:pt modelId="{D9287F0B-B9D8-4249-94CB-76686E2E5AF5}" type="pres">
      <dgm:prSet presAssocID="{4AD0DACE-50BA-45C7-B3F1-E53F20A09470}" presName="node" presStyleLbl="node1" presStyleIdx="2" presStyleCnt="6">
        <dgm:presLayoutVars>
          <dgm:bulletEnabled val="1"/>
        </dgm:presLayoutVars>
      </dgm:prSet>
      <dgm:spPr/>
    </dgm:pt>
    <dgm:pt modelId="{45D63244-29A2-4D07-BDFE-CC1F9AB346D5}" type="pres">
      <dgm:prSet presAssocID="{B7B153EC-16F0-42E0-B558-735A54DDAE8A}" presName="sibTrans" presStyleCnt="0"/>
      <dgm:spPr/>
    </dgm:pt>
    <dgm:pt modelId="{4D3FBC9F-45BC-48E8-AA77-39EF06FA5E93}" type="pres">
      <dgm:prSet presAssocID="{6B215989-C551-43D6-8791-C7848603706A}" presName="node" presStyleLbl="node1" presStyleIdx="3" presStyleCnt="6">
        <dgm:presLayoutVars>
          <dgm:bulletEnabled val="1"/>
        </dgm:presLayoutVars>
      </dgm:prSet>
      <dgm:spPr/>
    </dgm:pt>
    <dgm:pt modelId="{350C8C26-4F83-4157-996E-E8E0F1C5309A}" type="pres">
      <dgm:prSet presAssocID="{99B0BD73-2D6A-4648-9876-9253269AA17D}" presName="sibTrans" presStyleCnt="0"/>
      <dgm:spPr/>
    </dgm:pt>
    <dgm:pt modelId="{70B420B5-CE38-4424-9BAB-D6F11D905F58}" type="pres">
      <dgm:prSet presAssocID="{6A142C81-4EA0-4824-A832-5A72F494AD6F}" presName="node" presStyleLbl="node1" presStyleIdx="4" presStyleCnt="6">
        <dgm:presLayoutVars>
          <dgm:bulletEnabled val="1"/>
        </dgm:presLayoutVars>
      </dgm:prSet>
      <dgm:spPr/>
    </dgm:pt>
    <dgm:pt modelId="{2CADDAE7-B4ED-49FE-9A1B-BC073F109BD8}" type="pres">
      <dgm:prSet presAssocID="{5CE15A5C-D761-4D7F-BDE1-8D34CDA6645B}" presName="sibTrans" presStyleCnt="0"/>
      <dgm:spPr/>
    </dgm:pt>
    <dgm:pt modelId="{5FCBDB86-979E-49FC-8966-77344A6E5B37}" type="pres">
      <dgm:prSet presAssocID="{730A3F1D-C94D-4C3F-AC94-1EBF62F9F499}" presName="node" presStyleLbl="node1" presStyleIdx="5" presStyleCnt="6">
        <dgm:presLayoutVars>
          <dgm:bulletEnabled val="1"/>
        </dgm:presLayoutVars>
      </dgm:prSet>
      <dgm:spPr/>
    </dgm:pt>
  </dgm:ptLst>
  <dgm:cxnLst>
    <dgm:cxn modelId="{C3AA5D21-A85B-4737-84D8-F15A14437978}" srcId="{2FAEA0DE-590F-421D-BA12-6025A330426D}" destId="{730A3F1D-C94D-4C3F-AC94-1EBF62F9F499}" srcOrd="5" destOrd="0" parTransId="{AB6807D9-1AEC-4755-AF5A-64BDAA20B45A}" sibTransId="{66510CDC-1E1F-48DB-A786-F07D7C06C624}"/>
    <dgm:cxn modelId="{E66F3925-DD07-4DD2-BF52-FC788FD9D2C4}" type="presOf" srcId="{2FAEA0DE-590F-421D-BA12-6025A330426D}" destId="{AAF1CF88-0EBA-48F2-9C71-64831F258D59}" srcOrd="0" destOrd="0" presId="urn:microsoft.com/office/officeart/2005/8/layout/default"/>
    <dgm:cxn modelId="{E9868132-0564-44EF-8075-37EAC4D00AFC}" srcId="{2FAEA0DE-590F-421D-BA12-6025A330426D}" destId="{6A142C81-4EA0-4824-A832-5A72F494AD6F}" srcOrd="4" destOrd="0" parTransId="{001950ED-32BB-4471-9FE8-273766782D57}" sibTransId="{5CE15A5C-D761-4D7F-BDE1-8D34CDA6645B}"/>
    <dgm:cxn modelId="{B754963F-FC61-4562-AC73-C8C1546914F2}" srcId="{2FAEA0DE-590F-421D-BA12-6025A330426D}" destId="{A87B89C4-4841-479A-BE15-F9109D652CEB}" srcOrd="0" destOrd="0" parTransId="{35BEB262-DBAB-42F3-B907-9C936BA18DF1}" sibTransId="{0CC7A9E6-F7E8-4BAE-9C66-8533A961164E}"/>
    <dgm:cxn modelId="{FC44EB64-1376-4149-9CD5-F3DDB0F9D1AE}" type="presOf" srcId="{92B91F86-74B9-4B3B-98FD-47A72767A69D}" destId="{43F1E2EE-40F1-4CF0-A694-96A75831BEA1}" srcOrd="0" destOrd="0" presId="urn:microsoft.com/office/officeart/2005/8/layout/default"/>
    <dgm:cxn modelId="{9829826C-1749-4331-B20F-5A160D8084AE}" type="presOf" srcId="{A87B89C4-4841-479A-BE15-F9109D652CEB}" destId="{6067BDBA-6747-4490-ABD7-7C07615B160B}" srcOrd="0" destOrd="0" presId="urn:microsoft.com/office/officeart/2005/8/layout/default"/>
    <dgm:cxn modelId="{03EE736F-21CB-4256-B2DC-84EDE8FE666C}" type="presOf" srcId="{4AD0DACE-50BA-45C7-B3F1-E53F20A09470}" destId="{D9287F0B-B9D8-4249-94CB-76686E2E5AF5}" srcOrd="0" destOrd="0" presId="urn:microsoft.com/office/officeart/2005/8/layout/default"/>
    <dgm:cxn modelId="{460B287D-901F-47DD-B9F3-2EF77371AE87}" type="presOf" srcId="{6B215989-C551-43D6-8791-C7848603706A}" destId="{4D3FBC9F-45BC-48E8-AA77-39EF06FA5E93}" srcOrd="0" destOrd="0" presId="urn:microsoft.com/office/officeart/2005/8/layout/default"/>
    <dgm:cxn modelId="{02A51F9D-5B84-4C89-8D69-158D18D80CF7}" srcId="{2FAEA0DE-590F-421D-BA12-6025A330426D}" destId="{92B91F86-74B9-4B3B-98FD-47A72767A69D}" srcOrd="1" destOrd="0" parTransId="{B4268342-69FC-4974-81F7-0E221C3A3442}" sibTransId="{2D6DBE17-8FA4-464C-B110-FBBC5884D677}"/>
    <dgm:cxn modelId="{FEF725A0-2B34-4402-B239-65F165B4B654}" type="presOf" srcId="{6A142C81-4EA0-4824-A832-5A72F494AD6F}" destId="{70B420B5-CE38-4424-9BAB-D6F11D905F58}" srcOrd="0" destOrd="0" presId="urn:microsoft.com/office/officeart/2005/8/layout/default"/>
    <dgm:cxn modelId="{C9D21DAD-73CD-4540-8AD3-E9165135E021}" srcId="{2FAEA0DE-590F-421D-BA12-6025A330426D}" destId="{6B215989-C551-43D6-8791-C7848603706A}" srcOrd="3" destOrd="0" parTransId="{E235E63B-A7FF-4F6B-B1C1-21D7469A08E0}" sibTransId="{99B0BD73-2D6A-4648-9876-9253269AA17D}"/>
    <dgm:cxn modelId="{2A473EC9-D8E7-49C2-A695-942E6BA8D340}" srcId="{2FAEA0DE-590F-421D-BA12-6025A330426D}" destId="{4AD0DACE-50BA-45C7-B3F1-E53F20A09470}" srcOrd="2" destOrd="0" parTransId="{5FA66F22-1E7B-4525-8558-7C3F0A194BF1}" sibTransId="{B7B153EC-16F0-42E0-B558-735A54DDAE8A}"/>
    <dgm:cxn modelId="{CAFF6AD9-E95E-4321-9960-D9FE196B2649}" type="presOf" srcId="{730A3F1D-C94D-4C3F-AC94-1EBF62F9F499}" destId="{5FCBDB86-979E-49FC-8966-77344A6E5B37}" srcOrd="0" destOrd="0" presId="urn:microsoft.com/office/officeart/2005/8/layout/default"/>
    <dgm:cxn modelId="{54A8621D-5282-49A5-A200-EBB87B1CF72B}" type="presParOf" srcId="{AAF1CF88-0EBA-48F2-9C71-64831F258D59}" destId="{6067BDBA-6747-4490-ABD7-7C07615B160B}" srcOrd="0" destOrd="0" presId="urn:microsoft.com/office/officeart/2005/8/layout/default"/>
    <dgm:cxn modelId="{4A420B37-9FAB-43FB-9BF1-97107928240A}" type="presParOf" srcId="{AAF1CF88-0EBA-48F2-9C71-64831F258D59}" destId="{370856ED-3AE8-4EAF-B7C5-0987864A4207}" srcOrd="1" destOrd="0" presId="urn:microsoft.com/office/officeart/2005/8/layout/default"/>
    <dgm:cxn modelId="{5A8122CB-D1E6-4245-B00A-9A0D2AC48DBC}" type="presParOf" srcId="{AAF1CF88-0EBA-48F2-9C71-64831F258D59}" destId="{43F1E2EE-40F1-4CF0-A694-96A75831BEA1}" srcOrd="2" destOrd="0" presId="urn:microsoft.com/office/officeart/2005/8/layout/default"/>
    <dgm:cxn modelId="{CEBA6659-A2A0-4EE3-9F74-96257D675067}" type="presParOf" srcId="{AAF1CF88-0EBA-48F2-9C71-64831F258D59}" destId="{32A4A4AC-91A0-41E1-808D-C80B24CC244D}" srcOrd="3" destOrd="0" presId="urn:microsoft.com/office/officeart/2005/8/layout/default"/>
    <dgm:cxn modelId="{96CD53C0-0547-44F8-84C3-37DFFC9ED477}" type="presParOf" srcId="{AAF1CF88-0EBA-48F2-9C71-64831F258D59}" destId="{D9287F0B-B9D8-4249-94CB-76686E2E5AF5}" srcOrd="4" destOrd="0" presId="urn:microsoft.com/office/officeart/2005/8/layout/default"/>
    <dgm:cxn modelId="{01EAD18A-B701-45C0-8634-27C5E53C0970}" type="presParOf" srcId="{AAF1CF88-0EBA-48F2-9C71-64831F258D59}" destId="{45D63244-29A2-4D07-BDFE-CC1F9AB346D5}" srcOrd="5" destOrd="0" presId="urn:microsoft.com/office/officeart/2005/8/layout/default"/>
    <dgm:cxn modelId="{90AB8035-D59B-459F-9F33-EAC3D893DA60}" type="presParOf" srcId="{AAF1CF88-0EBA-48F2-9C71-64831F258D59}" destId="{4D3FBC9F-45BC-48E8-AA77-39EF06FA5E93}" srcOrd="6" destOrd="0" presId="urn:microsoft.com/office/officeart/2005/8/layout/default"/>
    <dgm:cxn modelId="{DFD0D675-AF13-4931-AF87-45DCEF27D38B}" type="presParOf" srcId="{AAF1CF88-0EBA-48F2-9C71-64831F258D59}" destId="{350C8C26-4F83-4157-996E-E8E0F1C5309A}" srcOrd="7" destOrd="0" presId="urn:microsoft.com/office/officeart/2005/8/layout/default"/>
    <dgm:cxn modelId="{B9F7995D-E0DA-4F67-8D6E-4CC26ACD16E9}" type="presParOf" srcId="{AAF1CF88-0EBA-48F2-9C71-64831F258D59}" destId="{70B420B5-CE38-4424-9BAB-D6F11D905F58}" srcOrd="8" destOrd="0" presId="urn:microsoft.com/office/officeart/2005/8/layout/default"/>
    <dgm:cxn modelId="{630E55AF-8961-442A-8844-99BC230BC6FA}" type="presParOf" srcId="{AAF1CF88-0EBA-48F2-9C71-64831F258D59}" destId="{2CADDAE7-B4ED-49FE-9A1B-BC073F109BD8}" srcOrd="9" destOrd="0" presId="urn:microsoft.com/office/officeart/2005/8/layout/default"/>
    <dgm:cxn modelId="{55E21802-B8D8-4C7D-B2CB-D009476CB1E3}" type="presParOf" srcId="{AAF1CF88-0EBA-48F2-9C71-64831F258D59}" destId="{5FCBDB86-979E-49FC-8966-77344A6E5B37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848784F-C5B1-4D2D-801D-1F22D2A0E758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A15C7902-F73B-41B2-B071-88ADD20FE1E5}">
      <dgm:prSet/>
      <dgm:spPr/>
      <dgm:t>
        <a:bodyPr/>
        <a:lstStyle/>
        <a:p>
          <a:r>
            <a:rPr lang="en-US"/>
            <a:t>Interview question displayed to candidate</a:t>
          </a:r>
        </a:p>
      </dgm:t>
    </dgm:pt>
    <dgm:pt modelId="{C82CE9AE-D6B4-424F-95F9-FF2552E7FC61}" type="parTrans" cxnId="{010C99B8-6407-4A69-88D0-89DF3C12A5D3}">
      <dgm:prSet/>
      <dgm:spPr/>
      <dgm:t>
        <a:bodyPr/>
        <a:lstStyle/>
        <a:p>
          <a:endParaRPr lang="en-US"/>
        </a:p>
      </dgm:t>
    </dgm:pt>
    <dgm:pt modelId="{D62FF4E1-DDE0-4F7E-98AF-915DB1616AAB}" type="sibTrans" cxnId="{010C99B8-6407-4A69-88D0-89DF3C12A5D3}">
      <dgm:prSet/>
      <dgm:spPr/>
      <dgm:t>
        <a:bodyPr/>
        <a:lstStyle/>
        <a:p>
          <a:endParaRPr lang="en-US"/>
        </a:p>
      </dgm:t>
    </dgm:pt>
    <dgm:pt modelId="{5F4AC8AF-B7AA-46A2-9975-4BBBFE9C0393}">
      <dgm:prSet/>
      <dgm:spPr/>
      <dgm:t>
        <a:bodyPr/>
        <a:lstStyle/>
        <a:p>
          <a:r>
            <a:rPr lang="en-US"/>
            <a:t>Candidate response captured via webcam and microphone</a:t>
          </a:r>
        </a:p>
      </dgm:t>
    </dgm:pt>
    <dgm:pt modelId="{00FE2FD3-DB71-4A08-B5EA-189C7D506165}" type="parTrans" cxnId="{204CA19C-6D02-4675-A516-248165244CEA}">
      <dgm:prSet/>
      <dgm:spPr/>
      <dgm:t>
        <a:bodyPr/>
        <a:lstStyle/>
        <a:p>
          <a:endParaRPr lang="en-US"/>
        </a:p>
      </dgm:t>
    </dgm:pt>
    <dgm:pt modelId="{D77D722F-2F39-4CF9-BD0D-56BB9E93A3CC}" type="sibTrans" cxnId="{204CA19C-6D02-4675-A516-248165244CEA}">
      <dgm:prSet/>
      <dgm:spPr/>
      <dgm:t>
        <a:bodyPr/>
        <a:lstStyle/>
        <a:p>
          <a:endParaRPr lang="en-US"/>
        </a:p>
      </dgm:t>
    </dgm:pt>
    <dgm:pt modelId="{1C36E13B-3F84-4755-B36D-71ED8F9C1458}">
      <dgm:prSet/>
      <dgm:spPr/>
      <dgm:t>
        <a:bodyPr/>
        <a:lstStyle/>
        <a:p>
          <a:r>
            <a:rPr lang="en-US"/>
            <a:t>Facial emotion detection from video frames</a:t>
          </a:r>
        </a:p>
      </dgm:t>
    </dgm:pt>
    <dgm:pt modelId="{744C747D-7917-4CEE-BDA9-64F07F666F73}" type="parTrans" cxnId="{6BA3817F-7DCA-47EF-BC41-EE3BDE99B39A}">
      <dgm:prSet/>
      <dgm:spPr/>
      <dgm:t>
        <a:bodyPr/>
        <a:lstStyle/>
        <a:p>
          <a:endParaRPr lang="en-US"/>
        </a:p>
      </dgm:t>
    </dgm:pt>
    <dgm:pt modelId="{926880B3-E90F-4439-A1BA-835395B7AFF3}" type="sibTrans" cxnId="{6BA3817F-7DCA-47EF-BC41-EE3BDE99B39A}">
      <dgm:prSet/>
      <dgm:spPr/>
      <dgm:t>
        <a:bodyPr/>
        <a:lstStyle/>
        <a:p>
          <a:endParaRPr lang="en-US"/>
        </a:p>
      </dgm:t>
    </dgm:pt>
    <dgm:pt modelId="{4F5B5DBA-827A-401C-B7FF-4916B3AE912D}">
      <dgm:prSet/>
      <dgm:spPr/>
      <dgm:t>
        <a:bodyPr/>
        <a:lstStyle/>
        <a:p>
          <a:r>
            <a:rPr lang="en-US"/>
            <a:t>Speech converted into text using Whisper</a:t>
          </a:r>
        </a:p>
      </dgm:t>
    </dgm:pt>
    <dgm:pt modelId="{BA7E3E8D-2AEB-4D15-815D-1D81B723DF77}" type="parTrans" cxnId="{AD0FDA1C-2C7F-4F2F-AC0B-B6258E4670B4}">
      <dgm:prSet/>
      <dgm:spPr/>
      <dgm:t>
        <a:bodyPr/>
        <a:lstStyle/>
        <a:p>
          <a:endParaRPr lang="en-US"/>
        </a:p>
      </dgm:t>
    </dgm:pt>
    <dgm:pt modelId="{879D200B-E5D2-49B0-8159-88184DB8F2DE}" type="sibTrans" cxnId="{AD0FDA1C-2C7F-4F2F-AC0B-B6258E4670B4}">
      <dgm:prSet/>
      <dgm:spPr/>
      <dgm:t>
        <a:bodyPr/>
        <a:lstStyle/>
        <a:p>
          <a:endParaRPr lang="en-US"/>
        </a:p>
      </dgm:t>
    </dgm:pt>
    <dgm:pt modelId="{32CB59A3-B72B-4BAB-8B94-598842C8D0E8}">
      <dgm:prSet/>
      <dgm:spPr/>
      <dgm:t>
        <a:bodyPr/>
        <a:lstStyle/>
        <a:p>
          <a:r>
            <a:rPr lang="en-US"/>
            <a:t>NLP analyzes response quality</a:t>
          </a:r>
        </a:p>
      </dgm:t>
    </dgm:pt>
    <dgm:pt modelId="{820D0C20-DB90-4CCD-A9B9-1AD0F54781E7}" type="parTrans" cxnId="{4C902F7A-1A03-4771-858D-CC7509426963}">
      <dgm:prSet/>
      <dgm:spPr/>
      <dgm:t>
        <a:bodyPr/>
        <a:lstStyle/>
        <a:p>
          <a:endParaRPr lang="en-US"/>
        </a:p>
      </dgm:t>
    </dgm:pt>
    <dgm:pt modelId="{5A55AD0E-B344-43EF-A67E-60B8781C8EA9}" type="sibTrans" cxnId="{4C902F7A-1A03-4771-858D-CC7509426963}">
      <dgm:prSet/>
      <dgm:spPr/>
      <dgm:t>
        <a:bodyPr/>
        <a:lstStyle/>
        <a:p>
          <a:endParaRPr lang="en-US"/>
        </a:p>
      </dgm:t>
    </dgm:pt>
    <dgm:pt modelId="{9A0BBC30-FFE1-412D-8C0E-8AFEE42737CC}">
      <dgm:prSet/>
      <dgm:spPr/>
      <dgm:t>
        <a:bodyPr/>
        <a:lstStyle/>
        <a:p>
          <a:r>
            <a:rPr lang="en-US"/>
            <a:t>Performance score generated and displayed on dashboard</a:t>
          </a:r>
        </a:p>
      </dgm:t>
    </dgm:pt>
    <dgm:pt modelId="{1CE1A09B-D87A-484F-9F16-D1F703F45B33}" type="parTrans" cxnId="{6AC7525B-4E15-4B3D-ADA2-B5E8761648D6}">
      <dgm:prSet/>
      <dgm:spPr/>
      <dgm:t>
        <a:bodyPr/>
        <a:lstStyle/>
        <a:p>
          <a:endParaRPr lang="en-US"/>
        </a:p>
      </dgm:t>
    </dgm:pt>
    <dgm:pt modelId="{C4FCF8EE-5CA6-4DA3-882E-88515AD84B19}" type="sibTrans" cxnId="{6AC7525B-4E15-4B3D-ADA2-B5E8761648D6}">
      <dgm:prSet/>
      <dgm:spPr/>
      <dgm:t>
        <a:bodyPr/>
        <a:lstStyle/>
        <a:p>
          <a:endParaRPr lang="en-US"/>
        </a:p>
      </dgm:t>
    </dgm:pt>
    <dgm:pt modelId="{59C47BD1-A07D-4F05-BF31-D940C1DA449D}" type="pres">
      <dgm:prSet presAssocID="{4848784F-C5B1-4D2D-801D-1F22D2A0E758}" presName="Name0" presStyleCnt="0">
        <dgm:presLayoutVars>
          <dgm:dir/>
          <dgm:resizeHandles val="exact"/>
        </dgm:presLayoutVars>
      </dgm:prSet>
      <dgm:spPr/>
    </dgm:pt>
    <dgm:pt modelId="{FF66AE9C-A3CF-4748-9D47-84B0DEF899BE}" type="pres">
      <dgm:prSet presAssocID="{A15C7902-F73B-41B2-B071-88ADD20FE1E5}" presName="node" presStyleLbl="node1" presStyleIdx="0" presStyleCnt="6">
        <dgm:presLayoutVars>
          <dgm:bulletEnabled val="1"/>
        </dgm:presLayoutVars>
      </dgm:prSet>
      <dgm:spPr/>
    </dgm:pt>
    <dgm:pt modelId="{B54C14B9-A012-463B-A5C1-7500A07D4699}" type="pres">
      <dgm:prSet presAssocID="{D62FF4E1-DDE0-4F7E-98AF-915DB1616AAB}" presName="sibTrans" presStyleLbl="sibTrans1D1" presStyleIdx="0" presStyleCnt="5"/>
      <dgm:spPr/>
    </dgm:pt>
    <dgm:pt modelId="{1ACBFE0C-2A9D-40DF-9319-FA16A5EDA546}" type="pres">
      <dgm:prSet presAssocID="{D62FF4E1-DDE0-4F7E-98AF-915DB1616AAB}" presName="connectorText" presStyleLbl="sibTrans1D1" presStyleIdx="0" presStyleCnt="5"/>
      <dgm:spPr/>
    </dgm:pt>
    <dgm:pt modelId="{D576B813-209F-49D5-B787-2775703C815A}" type="pres">
      <dgm:prSet presAssocID="{5F4AC8AF-B7AA-46A2-9975-4BBBFE9C0393}" presName="node" presStyleLbl="node1" presStyleIdx="1" presStyleCnt="6">
        <dgm:presLayoutVars>
          <dgm:bulletEnabled val="1"/>
        </dgm:presLayoutVars>
      </dgm:prSet>
      <dgm:spPr/>
    </dgm:pt>
    <dgm:pt modelId="{0B7D62A7-3E3D-4138-B2BE-F759384885C7}" type="pres">
      <dgm:prSet presAssocID="{D77D722F-2F39-4CF9-BD0D-56BB9E93A3CC}" presName="sibTrans" presStyleLbl="sibTrans1D1" presStyleIdx="1" presStyleCnt="5"/>
      <dgm:spPr/>
    </dgm:pt>
    <dgm:pt modelId="{710499CE-2BB7-43EB-9893-7A4F582ECE52}" type="pres">
      <dgm:prSet presAssocID="{D77D722F-2F39-4CF9-BD0D-56BB9E93A3CC}" presName="connectorText" presStyleLbl="sibTrans1D1" presStyleIdx="1" presStyleCnt="5"/>
      <dgm:spPr/>
    </dgm:pt>
    <dgm:pt modelId="{03D25F76-2303-4ADC-A5E0-BC866D718E03}" type="pres">
      <dgm:prSet presAssocID="{1C36E13B-3F84-4755-B36D-71ED8F9C1458}" presName="node" presStyleLbl="node1" presStyleIdx="2" presStyleCnt="6">
        <dgm:presLayoutVars>
          <dgm:bulletEnabled val="1"/>
        </dgm:presLayoutVars>
      </dgm:prSet>
      <dgm:spPr/>
    </dgm:pt>
    <dgm:pt modelId="{A187FD06-9358-4D93-97EC-881159E09161}" type="pres">
      <dgm:prSet presAssocID="{926880B3-E90F-4439-A1BA-835395B7AFF3}" presName="sibTrans" presStyleLbl="sibTrans1D1" presStyleIdx="2" presStyleCnt="5"/>
      <dgm:spPr/>
    </dgm:pt>
    <dgm:pt modelId="{AC4B6A6A-5908-458F-8834-1AF2DFBF66B2}" type="pres">
      <dgm:prSet presAssocID="{926880B3-E90F-4439-A1BA-835395B7AFF3}" presName="connectorText" presStyleLbl="sibTrans1D1" presStyleIdx="2" presStyleCnt="5"/>
      <dgm:spPr/>
    </dgm:pt>
    <dgm:pt modelId="{B971241F-1685-4452-9A31-791B6D1726AC}" type="pres">
      <dgm:prSet presAssocID="{4F5B5DBA-827A-401C-B7FF-4916B3AE912D}" presName="node" presStyleLbl="node1" presStyleIdx="3" presStyleCnt="6">
        <dgm:presLayoutVars>
          <dgm:bulletEnabled val="1"/>
        </dgm:presLayoutVars>
      </dgm:prSet>
      <dgm:spPr/>
    </dgm:pt>
    <dgm:pt modelId="{C31131E3-86CB-4698-B1DF-AE5BDE159E7E}" type="pres">
      <dgm:prSet presAssocID="{879D200B-E5D2-49B0-8159-88184DB8F2DE}" presName="sibTrans" presStyleLbl="sibTrans1D1" presStyleIdx="3" presStyleCnt="5"/>
      <dgm:spPr/>
    </dgm:pt>
    <dgm:pt modelId="{F9D3859C-74FF-41C9-A0FD-74B53FD296F7}" type="pres">
      <dgm:prSet presAssocID="{879D200B-E5D2-49B0-8159-88184DB8F2DE}" presName="connectorText" presStyleLbl="sibTrans1D1" presStyleIdx="3" presStyleCnt="5"/>
      <dgm:spPr/>
    </dgm:pt>
    <dgm:pt modelId="{92CC3476-867B-4AC2-89C4-07310751B56F}" type="pres">
      <dgm:prSet presAssocID="{32CB59A3-B72B-4BAB-8B94-598842C8D0E8}" presName="node" presStyleLbl="node1" presStyleIdx="4" presStyleCnt="6">
        <dgm:presLayoutVars>
          <dgm:bulletEnabled val="1"/>
        </dgm:presLayoutVars>
      </dgm:prSet>
      <dgm:spPr/>
    </dgm:pt>
    <dgm:pt modelId="{D65F3AFF-D192-4AB0-99CC-D8FE3396B815}" type="pres">
      <dgm:prSet presAssocID="{5A55AD0E-B344-43EF-A67E-60B8781C8EA9}" presName="sibTrans" presStyleLbl="sibTrans1D1" presStyleIdx="4" presStyleCnt="5"/>
      <dgm:spPr/>
    </dgm:pt>
    <dgm:pt modelId="{989852A1-BA70-431C-B896-8C24AC45E63B}" type="pres">
      <dgm:prSet presAssocID="{5A55AD0E-B344-43EF-A67E-60B8781C8EA9}" presName="connectorText" presStyleLbl="sibTrans1D1" presStyleIdx="4" presStyleCnt="5"/>
      <dgm:spPr/>
    </dgm:pt>
    <dgm:pt modelId="{3A8A6F01-D00D-44AA-99E4-49EA4DEF4017}" type="pres">
      <dgm:prSet presAssocID="{9A0BBC30-FFE1-412D-8C0E-8AFEE42737CC}" presName="node" presStyleLbl="node1" presStyleIdx="5" presStyleCnt="6">
        <dgm:presLayoutVars>
          <dgm:bulletEnabled val="1"/>
        </dgm:presLayoutVars>
      </dgm:prSet>
      <dgm:spPr/>
    </dgm:pt>
  </dgm:ptLst>
  <dgm:cxnLst>
    <dgm:cxn modelId="{175D761C-B0A8-4CBD-A62F-88574C1360D3}" type="presOf" srcId="{D77D722F-2F39-4CF9-BD0D-56BB9E93A3CC}" destId="{0B7D62A7-3E3D-4138-B2BE-F759384885C7}" srcOrd="0" destOrd="0" presId="urn:microsoft.com/office/officeart/2016/7/layout/RepeatingBendingProcessNew"/>
    <dgm:cxn modelId="{D3D49D1C-DD7A-4BB9-8BC3-D8220A0A857D}" type="presOf" srcId="{5A55AD0E-B344-43EF-A67E-60B8781C8EA9}" destId="{989852A1-BA70-431C-B896-8C24AC45E63B}" srcOrd="1" destOrd="0" presId="urn:microsoft.com/office/officeart/2016/7/layout/RepeatingBendingProcessNew"/>
    <dgm:cxn modelId="{AD0FDA1C-2C7F-4F2F-AC0B-B6258E4670B4}" srcId="{4848784F-C5B1-4D2D-801D-1F22D2A0E758}" destId="{4F5B5DBA-827A-401C-B7FF-4916B3AE912D}" srcOrd="3" destOrd="0" parTransId="{BA7E3E8D-2AEB-4D15-815D-1D81B723DF77}" sibTransId="{879D200B-E5D2-49B0-8159-88184DB8F2DE}"/>
    <dgm:cxn modelId="{6AC7525B-4E15-4B3D-ADA2-B5E8761648D6}" srcId="{4848784F-C5B1-4D2D-801D-1F22D2A0E758}" destId="{9A0BBC30-FFE1-412D-8C0E-8AFEE42737CC}" srcOrd="5" destOrd="0" parTransId="{1CE1A09B-D87A-484F-9F16-D1F703F45B33}" sibTransId="{C4FCF8EE-5CA6-4DA3-882E-88515AD84B19}"/>
    <dgm:cxn modelId="{7029434F-33D9-433C-B5AC-552C4F30EB9B}" type="presOf" srcId="{4F5B5DBA-827A-401C-B7FF-4916B3AE912D}" destId="{B971241F-1685-4452-9A31-791B6D1726AC}" srcOrd="0" destOrd="0" presId="urn:microsoft.com/office/officeart/2016/7/layout/RepeatingBendingProcessNew"/>
    <dgm:cxn modelId="{8123456F-910C-44CA-A897-7EA8F906A478}" type="presOf" srcId="{9A0BBC30-FFE1-412D-8C0E-8AFEE42737CC}" destId="{3A8A6F01-D00D-44AA-99E4-49EA4DEF4017}" srcOrd="0" destOrd="0" presId="urn:microsoft.com/office/officeart/2016/7/layout/RepeatingBendingProcessNew"/>
    <dgm:cxn modelId="{D2C54671-7988-44E0-8596-925FE38B840F}" type="presOf" srcId="{4848784F-C5B1-4D2D-801D-1F22D2A0E758}" destId="{59C47BD1-A07D-4F05-BF31-D940C1DA449D}" srcOrd="0" destOrd="0" presId="urn:microsoft.com/office/officeart/2016/7/layout/RepeatingBendingProcessNew"/>
    <dgm:cxn modelId="{438F6179-D52C-4E3E-9D2B-02AA4D45F091}" type="presOf" srcId="{1C36E13B-3F84-4755-B36D-71ED8F9C1458}" destId="{03D25F76-2303-4ADC-A5E0-BC866D718E03}" srcOrd="0" destOrd="0" presId="urn:microsoft.com/office/officeart/2016/7/layout/RepeatingBendingProcessNew"/>
    <dgm:cxn modelId="{DC73E559-D196-4CFF-9599-927D33A8E21E}" type="presOf" srcId="{32CB59A3-B72B-4BAB-8B94-598842C8D0E8}" destId="{92CC3476-867B-4AC2-89C4-07310751B56F}" srcOrd="0" destOrd="0" presId="urn:microsoft.com/office/officeart/2016/7/layout/RepeatingBendingProcessNew"/>
    <dgm:cxn modelId="{4C902F7A-1A03-4771-858D-CC7509426963}" srcId="{4848784F-C5B1-4D2D-801D-1F22D2A0E758}" destId="{32CB59A3-B72B-4BAB-8B94-598842C8D0E8}" srcOrd="4" destOrd="0" parTransId="{820D0C20-DB90-4CCD-A9B9-1AD0F54781E7}" sibTransId="{5A55AD0E-B344-43EF-A67E-60B8781C8EA9}"/>
    <dgm:cxn modelId="{6BA3817F-7DCA-47EF-BC41-EE3BDE99B39A}" srcId="{4848784F-C5B1-4D2D-801D-1F22D2A0E758}" destId="{1C36E13B-3F84-4755-B36D-71ED8F9C1458}" srcOrd="2" destOrd="0" parTransId="{744C747D-7917-4CEE-BDA9-64F07F666F73}" sibTransId="{926880B3-E90F-4439-A1BA-835395B7AFF3}"/>
    <dgm:cxn modelId="{7938E798-C859-4593-AD5C-EF433E38A09F}" type="presOf" srcId="{D62FF4E1-DDE0-4F7E-98AF-915DB1616AAB}" destId="{1ACBFE0C-2A9D-40DF-9319-FA16A5EDA546}" srcOrd="1" destOrd="0" presId="urn:microsoft.com/office/officeart/2016/7/layout/RepeatingBendingProcessNew"/>
    <dgm:cxn modelId="{204CA19C-6D02-4675-A516-248165244CEA}" srcId="{4848784F-C5B1-4D2D-801D-1F22D2A0E758}" destId="{5F4AC8AF-B7AA-46A2-9975-4BBBFE9C0393}" srcOrd="1" destOrd="0" parTransId="{00FE2FD3-DB71-4A08-B5EA-189C7D506165}" sibTransId="{D77D722F-2F39-4CF9-BD0D-56BB9E93A3CC}"/>
    <dgm:cxn modelId="{3DECF59E-7BA1-40A4-9545-C0D87282A336}" type="presOf" srcId="{D62FF4E1-DDE0-4F7E-98AF-915DB1616AAB}" destId="{B54C14B9-A012-463B-A5C1-7500A07D4699}" srcOrd="0" destOrd="0" presId="urn:microsoft.com/office/officeart/2016/7/layout/RepeatingBendingProcessNew"/>
    <dgm:cxn modelId="{010C99B8-6407-4A69-88D0-89DF3C12A5D3}" srcId="{4848784F-C5B1-4D2D-801D-1F22D2A0E758}" destId="{A15C7902-F73B-41B2-B071-88ADD20FE1E5}" srcOrd="0" destOrd="0" parTransId="{C82CE9AE-D6B4-424F-95F9-FF2552E7FC61}" sibTransId="{D62FF4E1-DDE0-4F7E-98AF-915DB1616AAB}"/>
    <dgm:cxn modelId="{61B07ABB-ABAB-485C-BBEA-620EA68F51DF}" type="presOf" srcId="{5A55AD0E-B344-43EF-A67E-60B8781C8EA9}" destId="{D65F3AFF-D192-4AB0-99CC-D8FE3396B815}" srcOrd="0" destOrd="0" presId="urn:microsoft.com/office/officeart/2016/7/layout/RepeatingBendingProcessNew"/>
    <dgm:cxn modelId="{518DEFC0-920E-45BD-9A57-13E807DFDA7A}" type="presOf" srcId="{926880B3-E90F-4439-A1BA-835395B7AFF3}" destId="{A187FD06-9358-4D93-97EC-881159E09161}" srcOrd="0" destOrd="0" presId="urn:microsoft.com/office/officeart/2016/7/layout/RepeatingBendingProcessNew"/>
    <dgm:cxn modelId="{E7DD6FC4-95D5-43E7-9E7F-F44974B97B61}" type="presOf" srcId="{926880B3-E90F-4439-A1BA-835395B7AFF3}" destId="{AC4B6A6A-5908-458F-8834-1AF2DFBF66B2}" srcOrd="1" destOrd="0" presId="urn:microsoft.com/office/officeart/2016/7/layout/RepeatingBendingProcessNew"/>
    <dgm:cxn modelId="{77879DD6-8430-4B78-ADBD-AEFDD20207F0}" type="presOf" srcId="{879D200B-E5D2-49B0-8159-88184DB8F2DE}" destId="{F9D3859C-74FF-41C9-A0FD-74B53FD296F7}" srcOrd="1" destOrd="0" presId="urn:microsoft.com/office/officeart/2016/7/layout/RepeatingBendingProcessNew"/>
    <dgm:cxn modelId="{C62126DC-50D8-4784-A5CF-262424D363A9}" type="presOf" srcId="{A15C7902-F73B-41B2-B071-88ADD20FE1E5}" destId="{FF66AE9C-A3CF-4748-9D47-84B0DEF899BE}" srcOrd="0" destOrd="0" presId="urn:microsoft.com/office/officeart/2016/7/layout/RepeatingBendingProcessNew"/>
    <dgm:cxn modelId="{ED3EA7E0-002B-403C-A9D4-126232183ABE}" type="presOf" srcId="{D77D722F-2F39-4CF9-BD0D-56BB9E93A3CC}" destId="{710499CE-2BB7-43EB-9893-7A4F582ECE52}" srcOrd="1" destOrd="0" presId="urn:microsoft.com/office/officeart/2016/7/layout/RepeatingBendingProcessNew"/>
    <dgm:cxn modelId="{0D4CFBE3-1FED-4A02-8D2E-E113338405F8}" type="presOf" srcId="{879D200B-E5D2-49B0-8159-88184DB8F2DE}" destId="{C31131E3-86CB-4698-B1DF-AE5BDE159E7E}" srcOrd="0" destOrd="0" presId="urn:microsoft.com/office/officeart/2016/7/layout/RepeatingBendingProcessNew"/>
    <dgm:cxn modelId="{0BCF4CF1-D6CB-4EB5-A924-21262D84A13B}" type="presOf" srcId="{5F4AC8AF-B7AA-46A2-9975-4BBBFE9C0393}" destId="{D576B813-209F-49D5-B787-2775703C815A}" srcOrd="0" destOrd="0" presId="urn:microsoft.com/office/officeart/2016/7/layout/RepeatingBendingProcessNew"/>
    <dgm:cxn modelId="{A4BF55B2-09CE-43A5-823B-86CD75C2EE4C}" type="presParOf" srcId="{59C47BD1-A07D-4F05-BF31-D940C1DA449D}" destId="{FF66AE9C-A3CF-4748-9D47-84B0DEF899BE}" srcOrd="0" destOrd="0" presId="urn:microsoft.com/office/officeart/2016/7/layout/RepeatingBendingProcessNew"/>
    <dgm:cxn modelId="{61E7B8CB-8EB2-4BB0-9941-CFEB6D4AA0AD}" type="presParOf" srcId="{59C47BD1-A07D-4F05-BF31-D940C1DA449D}" destId="{B54C14B9-A012-463B-A5C1-7500A07D4699}" srcOrd="1" destOrd="0" presId="urn:microsoft.com/office/officeart/2016/7/layout/RepeatingBendingProcessNew"/>
    <dgm:cxn modelId="{66401892-D673-4741-9BA9-59FDD2F4B56F}" type="presParOf" srcId="{B54C14B9-A012-463B-A5C1-7500A07D4699}" destId="{1ACBFE0C-2A9D-40DF-9319-FA16A5EDA546}" srcOrd="0" destOrd="0" presId="urn:microsoft.com/office/officeart/2016/7/layout/RepeatingBendingProcessNew"/>
    <dgm:cxn modelId="{F09E7E38-59A3-40A7-8D60-9EBBD7B60862}" type="presParOf" srcId="{59C47BD1-A07D-4F05-BF31-D940C1DA449D}" destId="{D576B813-209F-49D5-B787-2775703C815A}" srcOrd="2" destOrd="0" presId="urn:microsoft.com/office/officeart/2016/7/layout/RepeatingBendingProcessNew"/>
    <dgm:cxn modelId="{D721FAC6-CED0-46BA-8454-6C99DCD36E63}" type="presParOf" srcId="{59C47BD1-A07D-4F05-BF31-D940C1DA449D}" destId="{0B7D62A7-3E3D-4138-B2BE-F759384885C7}" srcOrd="3" destOrd="0" presId="urn:microsoft.com/office/officeart/2016/7/layout/RepeatingBendingProcessNew"/>
    <dgm:cxn modelId="{D79577EE-F4DA-4D29-9F2F-5C30AECA9789}" type="presParOf" srcId="{0B7D62A7-3E3D-4138-B2BE-F759384885C7}" destId="{710499CE-2BB7-43EB-9893-7A4F582ECE52}" srcOrd="0" destOrd="0" presId="urn:microsoft.com/office/officeart/2016/7/layout/RepeatingBendingProcessNew"/>
    <dgm:cxn modelId="{EB4FF73B-9811-4150-AF7B-730C3D0790A2}" type="presParOf" srcId="{59C47BD1-A07D-4F05-BF31-D940C1DA449D}" destId="{03D25F76-2303-4ADC-A5E0-BC866D718E03}" srcOrd="4" destOrd="0" presId="urn:microsoft.com/office/officeart/2016/7/layout/RepeatingBendingProcessNew"/>
    <dgm:cxn modelId="{5690EA4B-359D-4433-89A8-D2415E7BFBE7}" type="presParOf" srcId="{59C47BD1-A07D-4F05-BF31-D940C1DA449D}" destId="{A187FD06-9358-4D93-97EC-881159E09161}" srcOrd="5" destOrd="0" presId="urn:microsoft.com/office/officeart/2016/7/layout/RepeatingBendingProcessNew"/>
    <dgm:cxn modelId="{91AAD3D2-D834-4DAE-B12D-D21304D669AB}" type="presParOf" srcId="{A187FD06-9358-4D93-97EC-881159E09161}" destId="{AC4B6A6A-5908-458F-8834-1AF2DFBF66B2}" srcOrd="0" destOrd="0" presId="urn:microsoft.com/office/officeart/2016/7/layout/RepeatingBendingProcessNew"/>
    <dgm:cxn modelId="{929440BF-3B36-4E9F-A845-4BF28315B826}" type="presParOf" srcId="{59C47BD1-A07D-4F05-BF31-D940C1DA449D}" destId="{B971241F-1685-4452-9A31-791B6D1726AC}" srcOrd="6" destOrd="0" presId="urn:microsoft.com/office/officeart/2016/7/layout/RepeatingBendingProcessNew"/>
    <dgm:cxn modelId="{1910ED66-58CD-4015-A8B6-EE7EBB804D57}" type="presParOf" srcId="{59C47BD1-A07D-4F05-BF31-D940C1DA449D}" destId="{C31131E3-86CB-4698-B1DF-AE5BDE159E7E}" srcOrd="7" destOrd="0" presId="urn:microsoft.com/office/officeart/2016/7/layout/RepeatingBendingProcessNew"/>
    <dgm:cxn modelId="{F2CBE7F2-01DC-4978-9FAE-9368D6A60977}" type="presParOf" srcId="{C31131E3-86CB-4698-B1DF-AE5BDE159E7E}" destId="{F9D3859C-74FF-41C9-A0FD-74B53FD296F7}" srcOrd="0" destOrd="0" presId="urn:microsoft.com/office/officeart/2016/7/layout/RepeatingBendingProcessNew"/>
    <dgm:cxn modelId="{992FDCD6-3628-4753-996C-44650F3555CB}" type="presParOf" srcId="{59C47BD1-A07D-4F05-BF31-D940C1DA449D}" destId="{92CC3476-867B-4AC2-89C4-07310751B56F}" srcOrd="8" destOrd="0" presId="urn:microsoft.com/office/officeart/2016/7/layout/RepeatingBendingProcessNew"/>
    <dgm:cxn modelId="{A2AED7A1-2B63-4CBD-B5F1-7709E20A23AC}" type="presParOf" srcId="{59C47BD1-A07D-4F05-BF31-D940C1DA449D}" destId="{D65F3AFF-D192-4AB0-99CC-D8FE3396B815}" srcOrd="9" destOrd="0" presId="urn:microsoft.com/office/officeart/2016/7/layout/RepeatingBendingProcessNew"/>
    <dgm:cxn modelId="{163CA5D0-E5C3-4CB7-9D42-62B60F1824E1}" type="presParOf" srcId="{D65F3AFF-D192-4AB0-99CC-D8FE3396B815}" destId="{989852A1-BA70-431C-B896-8C24AC45E63B}" srcOrd="0" destOrd="0" presId="urn:microsoft.com/office/officeart/2016/7/layout/RepeatingBendingProcessNew"/>
    <dgm:cxn modelId="{18861396-1610-4C95-9DCC-22778C383BAD}" type="presParOf" srcId="{59C47BD1-A07D-4F05-BF31-D940C1DA449D}" destId="{3A8A6F01-D00D-44AA-99E4-49EA4DEF4017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4E2592B-C594-4B74-B9D1-21011BF4326A}" type="doc">
      <dgm:prSet loTypeId="urn:microsoft.com/office/officeart/2018/2/layout/IconCircle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5B1F654F-62BB-46DA-8DFE-7C25A3725A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Developed AI-based mock interview analysis system</a:t>
          </a:r>
        </a:p>
      </dgm:t>
    </dgm:pt>
    <dgm:pt modelId="{965D91B9-BF9B-470B-9618-9837E7CE5550}" type="parTrans" cxnId="{C7E04C29-0A9B-42FB-A62D-BA6D77723147}">
      <dgm:prSet/>
      <dgm:spPr/>
      <dgm:t>
        <a:bodyPr/>
        <a:lstStyle/>
        <a:p>
          <a:endParaRPr lang="en-US"/>
        </a:p>
      </dgm:t>
    </dgm:pt>
    <dgm:pt modelId="{7DAD7637-24EE-4467-8E8A-8D12997386CF}" type="sibTrans" cxnId="{C7E04C29-0A9B-42FB-A62D-BA6D777231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5560D7AF-8934-4A01-B528-59D6A836ED5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Integrated CNN emotion detection, speech recognition, and NLP</a:t>
          </a:r>
        </a:p>
      </dgm:t>
    </dgm:pt>
    <dgm:pt modelId="{05314E28-6ADC-4866-AA19-7B25FCFBE2C6}" type="parTrans" cxnId="{BDD60A9B-C6C7-4EDA-A67A-B94E0CEE1890}">
      <dgm:prSet/>
      <dgm:spPr/>
      <dgm:t>
        <a:bodyPr/>
        <a:lstStyle/>
        <a:p>
          <a:endParaRPr lang="en-US"/>
        </a:p>
      </dgm:t>
    </dgm:pt>
    <dgm:pt modelId="{2B1899D8-54A7-4AE5-93EE-A761C3DD0576}" type="sibTrans" cxnId="{BDD60A9B-C6C7-4EDA-A67A-B94E0CEE189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D887EC7-53C5-4448-A5D4-1E5C133652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Automated evaluation of communication behavior</a:t>
          </a:r>
        </a:p>
      </dgm:t>
    </dgm:pt>
    <dgm:pt modelId="{452E8C8E-79A4-4C7E-B721-89502BE82527}" type="parTrans" cxnId="{3BFBB445-1B78-477B-8607-034D58096E8D}">
      <dgm:prSet/>
      <dgm:spPr/>
      <dgm:t>
        <a:bodyPr/>
        <a:lstStyle/>
        <a:p>
          <a:endParaRPr lang="en-US"/>
        </a:p>
      </dgm:t>
    </dgm:pt>
    <dgm:pt modelId="{D8848A1F-13AF-4371-914E-F95E80FD7908}" type="sibTrans" cxnId="{3BFBB445-1B78-477B-8607-034D58096E8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2DC2E1D-783D-4B15-8D8C-F3D801A7E0B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Helps candidates improve interview performance</a:t>
          </a:r>
        </a:p>
      </dgm:t>
    </dgm:pt>
    <dgm:pt modelId="{3A17761D-259A-4C74-8B92-DA4F52AAAE9E}" type="parTrans" cxnId="{EAECC655-CF34-4FD0-BF59-CB068C101A83}">
      <dgm:prSet/>
      <dgm:spPr/>
      <dgm:t>
        <a:bodyPr/>
        <a:lstStyle/>
        <a:p>
          <a:endParaRPr lang="en-US"/>
        </a:p>
      </dgm:t>
    </dgm:pt>
    <dgm:pt modelId="{CC291B76-B755-4BB5-9D0E-5B78485589C4}" type="sibTrans" cxnId="{EAECC655-CF34-4FD0-BF59-CB068C101A83}">
      <dgm:prSet/>
      <dgm:spPr/>
      <dgm:t>
        <a:bodyPr/>
        <a:lstStyle/>
        <a:p>
          <a:endParaRPr lang="en-US"/>
        </a:p>
      </dgm:t>
    </dgm:pt>
    <dgm:pt modelId="{3D946A18-E5CC-4281-B0C7-49C607BBCE7D}" type="pres">
      <dgm:prSet presAssocID="{34E2592B-C594-4B74-B9D1-21011BF4326A}" presName="root" presStyleCnt="0">
        <dgm:presLayoutVars>
          <dgm:dir/>
          <dgm:resizeHandles val="exact"/>
        </dgm:presLayoutVars>
      </dgm:prSet>
      <dgm:spPr/>
    </dgm:pt>
    <dgm:pt modelId="{617B4BD3-C574-4027-A5B7-F39D1F5FE236}" type="pres">
      <dgm:prSet presAssocID="{34E2592B-C594-4B74-B9D1-21011BF4326A}" presName="container" presStyleCnt="0">
        <dgm:presLayoutVars>
          <dgm:dir/>
          <dgm:resizeHandles val="exact"/>
        </dgm:presLayoutVars>
      </dgm:prSet>
      <dgm:spPr/>
    </dgm:pt>
    <dgm:pt modelId="{561D6AFB-F79A-4107-B84F-CD5177F6F300}" type="pres">
      <dgm:prSet presAssocID="{5B1F654F-62BB-46DA-8DFE-7C25A3725AFC}" presName="compNode" presStyleCnt="0"/>
      <dgm:spPr/>
    </dgm:pt>
    <dgm:pt modelId="{CB81CC95-24F1-46B0-98BD-770A149A049F}" type="pres">
      <dgm:prSet presAssocID="{5B1F654F-62BB-46DA-8DFE-7C25A3725AFC}" presName="iconBgRect" presStyleLbl="bgShp" presStyleIdx="0" presStyleCnt="4"/>
      <dgm:spPr/>
    </dgm:pt>
    <dgm:pt modelId="{6CADEB1F-58C9-4437-8A00-CFF41638B377}" type="pres">
      <dgm:prSet presAssocID="{5B1F654F-62BB-46DA-8DFE-7C25A3725AF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A0269E8-803E-457E-B95C-DFD3E4B8B9FD}" type="pres">
      <dgm:prSet presAssocID="{5B1F654F-62BB-46DA-8DFE-7C25A3725AFC}" presName="spaceRect" presStyleCnt="0"/>
      <dgm:spPr/>
    </dgm:pt>
    <dgm:pt modelId="{3C2684EF-374D-45E3-A00C-7EBADFDE3A44}" type="pres">
      <dgm:prSet presAssocID="{5B1F654F-62BB-46DA-8DFE-7C25A3725AFC}" presName="textRect" presStyleLbl="revTx" presStyleIdx="0" presStyleCnt="4">
        <dgm:presLayoutVars>
          <dgm:chMax val="1"/>
          <dgm:chPref val="1"/>
        </dgm:presLayoutVars>
      </dgm:prSet>
      <dgm:spPr/>
    </dgm:pt>
    <dgm:pt modelId="{34BB445A-1CF4-43D7-8B2E-E5C538EBD3AE}" type="pres">
      <dgm:prSet presAssocID="{7DAD7637-24EE-4467-8E8A-8D12997386CF}" presName="sibTrans" presStyleLbl="sibTrans2D1" presStyleIdx="0" presStyleCnt="0"/>
      <dgm:spPr/>
    </dgm:pt>
    <dgm:pt modelId="{8BF9A23A-801C-472A-A179-277A9E16EA28}" type="pres">
      <dgm:prSet presAssocID="{5560D7AF-8934-4A01-B528-59D6A836ED52}" presName="compNode" presStyleCnt="0"/>
      <dgm:spPr/>
    </dgm:pt>
    <dgm:pt modelId="{19A99532-1935-486B-B652-C09D2D6530EF}" type="pres">
      <dgm:prSet presAssocID="{5560D7AF-8934-4A01-B528-59D6A836ED52}" presName="iconBgRect" presStyleLbl="bgShp" presStyleIdx="1" presStyleCnt="4"/>
      <dgm:spPr/>
    </dgm:pt>
    <dgm:pt modelId="{23330249-0DEF-4E06-A763-0490007D9AFE}" type="pres">
      <dgm:prSet presAssocID="{5560D7AF-8934-4A01-B528-59D6A836ED5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o microphone"/>
        </a:ext>
      </dgm:extLst>
    </dgm:pt>
    <dgm:pt modelId="{FAFA7E02-545C-4D12-8304-781B11AF3C60}" type="pres">
      <dgm:prSet presAssocID="{5560D7AF-8934-4A01-B528-59D6A836ED52}" presName="spaceRect" presStyleCnt="0"/>
      <dgm:spPr/>
    </dgm:pt>
    <dgm:pt modelId="{306299E3-0A94-4189-9D3D-ED0B538E0036}" type="pres">
      <dgm:prSet presAssocID="{5560D7AF-8934-4A01-B528-59D6A836ED52}" presName="textRect" presStyleLbl="revTx" presStyleIdx="1" presStyleCnt="4">
        <dgm:presLayoutVars>
          <dgm:chMax val="1"/>
          <dgm:chPref val="1"/>
        </dgm:presLayoutVars>
      </dgm:prSet>
      <dgm:spPr/>
    </dgm:pt>
    <dgm:pt modelId="{2E90D006-84A0-478D-A685-0A7448FBE911}" type="pres">
      <dgm:prSet presAssocID="{2B1899D8-54A7-4AE5-93EE-A761C3DD0576}" presName="sibTrans" presStyleLbl="sibTrans2D1" presStyleIdx="0" presStyleCnt="0"/>
      <dgm:spPr/>
    </dgm:pt>
    <dgm:pt modelId="{794B4AB1-3F43-4225-87C2-3CCB5AAB25A0}" type="pres">
      <dgm:prSet presAssocID="{CD887EC7-53C5-4448-A5D4-1E5C13365259}" presName="compNode" presStyleCnt="0"/>
      <dgm:spPr/>
    </dgm:pt>
    <dgm:pt modelId="{8F5F13B3-7974-4CC7-AF70-4D78FF3BAD51}" type="pres">
      <dgm:prSet presAssocID="{CD887EC7-53C5-4448-A5D4-1E5C13365259}" presName="iconBgRect" presStyleLbl="bgShp" presStyleIdx="2" presStyleCnt="4"/>
      <dgm:spPr/>
    </dgm:pt>
    <dgm:pt modelId="{43175CBC-25F8-4C98-8012-4EC8296763C2}" type="pres">
      <dgm:prSet presAssocID="{CD887EC7-53C5-4448-A5D4-1E5C133652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C00BEFA3-2505-4AB6-9608-D93DB3CFC109}" type="pres">
      <dgm:prSet presAssocID="{CD887EC7-53C5-4448-A5D4-1E5C13365259}" presName="spaceRect" presStyleCnt="0"/>
      <dgm:spPr/>
    </dgm:pt>
    <dgm:pt modelId="{B780A981-4653-4361-A8CD-CBE3DB56D5AA}" type="pres">
      <dgm:prSet presAssocID="{CD887EC7-53C5-4448-A5D4-1E5C13365259}" presName="textRect" presStyleLbl="revTx" presStyleIdx="2" presStyleCnt="4">
        <dgm:presLayoutVars>
          <dgm:chMax val="1"/>
          <dgm:chPref val="1"/>
        </dgm:presLayoutVars>
      </dgm:prSet>
      <dgm:spPr/>
    </dgm:pt>
    <dgm:pt modelId="{A4714C16-7902-45BF-841B-570CAF04B57F}" type="pres">
      <dgm:prSet presAssocID="{D8848A1F-13AF-4371-914E-F95E80FD7908}" presName="sibTrans" presStyleLbl="sibTrans2D1" presStyleIdx="0" presStyleCnt="0"/>
      <dgm:spPr/>
    </dgm:pt>
    <dgm:pt modelId="{F84EB366-8ED2-45D7-BF00-F90F84A69F71}" type="pres">
      <dgm:prSet presAssocID="{92DC2E1D-783D-4B15-8D8C-F3D801A7E0BF}" presName="compNode" presStyleCnt="0"/>
      <dgm:spPr/>
    </dgm:pt>
    <dgm:pt modelId="{3F7FD8F7-319A-4598-A6C7-255882F3060D}" type="pres">
      <dgm:prSet presAssocID="{92DC2E1D-783D-4B15-8D8C-F3D801A7E0BF}" presName="iconBgRect" presStyleLbl="bgShp" presStyleIdx="3" presStyleCnt="4"/>
      <dgm:spPr/>
    </dgm:pt>
    <dgm:pt modelId="{DE83631D-4F21-4468-A6D3-F51D1FAA3E6C}" type="pres">
      <dgm:prSet presAssocID="{92DC2E1D-783D-4B15-8D8C-F3D801A7E0B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D9F5EC42-86BC-45C2-8A5E-BBAB02FDC410}" type="pres">
      <dgm:prSet presAssocID="{92DC2E1D-783D-4B15-8D8C-F3D801A7E0BF}" presName="spaceRect" presStyleCnt="0"/>
      <dgm:spPr/>
    </dgm:pt>
    <dgm:pt modelId="{F565B62F-6F87-426F-91D5-41C5E6CFD0CC}" type="pres">
      <dgm:prSet presAssocID="{92DC2E1D-783D-4B15-8D8C-F3D801A7E0B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4A2E910-F3F8-4B0A-A162-E4ACE509D6FF}" type="presOf" srcId="{7DAD7637-24EE-4467-8E8A-8D12997386CF}" destId="{34BB445A-1CF4-43D7-8B2E-E5C538EBD3AE}" srcOrd="0" destOrd="0" presId="urn:microsoft.com/office/officeart/2018/2/layout/IconCircleList"/>
    <dgm:cxn modelId="{05FA5E12-EBC1-4220-9427-80AC4E245637}" type="presOf" srcId="{92DC2E1D-783D-4B15-8D8C-F3D801A7E0BF}" destId="{F565B62F-6F87-426F-91D5-41C5E6CFD0CC}" srcOrd="0" destOrd="0" presId="urn:microsoft.com/office/officeart/2018/2/layout/IconCircleList"/>
    <dgm:cxn modelId="{C7E04C29-0A9B-42FB-A62D-BA6D77723147}" srcId="{34E2592B-C594-4B74-B9D1-21011BF4326A}" destId="{5B1F654F-62BB-46DA-8DFE-7C25A3725AFC}" srcOrd="0" destOrd="0" parTransId="{965D91B9-BF9B-470B-9618-9837E7CE5550}" sibTransId="{7DAD7637-24EE-4467-8E8A-8D12997386CF}"/>
    <dgm:cxn modelId="{0972213B-37C2-4B98-B19D-C8939CEF7E43}" type="presOf" srcId="{D8848A1F-13AF-4371-914E-F95E80FD7908}" destId="{A4714C16-7902-45BF-841B-570CAF04B57F}" srcOrd="0" destOrd="0" presId="urn:microsoft.com/office/officeart/2018/2/layout/IconCircleList"/>
    <dgm:cxn modelId="{3BFBB445-1B78-477B-8607-034D58096E8D}" srcId="{34E2592B-C594-4B74-B9D1-21011BF4326A}" destId="{CD887EC7-53C5-4448-A5D4-1E5C13365259}" srcOrd="2" destOrd="0" parTransId="{452E8C8E-79A4-4C7E-B721-89502BE82527}" sibTransId="{D8848A1F-13AF-4371-914E-F95E80FD7908}"/>
    <dgm:cxn modelId="{EAECC655-CF34-4FD0-BF59-CB068C101A83}" srcId="{34E2592B-C594-4B74-B9D1-21011BF4326A}" destId="{92DC2E1D-783D-4B15-8D8C-F3D801A7E0BF}" srcOrd="3" destOrd="0" parTransId="{3A17761D-259A-4C74-8B92-DA4F52AAAE9E}" sibTransId="{CC291B76-B755-4BB5-9D0E-5B78485589C4}"/>
    <dgm:cxn modelId="{A7B5A497-FE73-49F4-82C4-5C1E43A200F0}" type="presOf" srcId="{2B1899D8-54A7-4AE5-93EE-A761C3DD0576}" destId="{2E90D006-84A0-478D-A685-0A7448FBE911}" srcOrd="0" destOrd="0" presId="urn:microsoft.com/office/officeart/2018/2/layout/IconCircleList"/>
    <dgm:cxn modelId="{BDD60A9B-C6C7-4EDA-A67A-B94E0CEE1890}" srcId="{34E2592B-C594-4B74-B9D1-21011BF4326A}" destId="{5560D7AF-8934-4A01-B528-59D6A836ED52}" srcOrd="1" destOrd="0" parTransId="{05314E28-6ADC-4866-AA19-7B25FCFBE2C6}" sibTransId="{2B1899D8-54A7-4AE5-93EE-A761C3DD0576}"/>
    <dgm:cxn modelId="{56C453AF-2E76-4517-BFFD-A43FB1E117E3}" type="presOf" srcId="{5B1F654F-62BB-46DA-8DFE-7C25A3725AFC}" destId="{3C2684EF-374D-45E3-A00C-7EBADFDE3A44}" srcOrd="0" destOrd="0" presId="urn:microsoft.com/office/officeart/2018/2/layout/IconCircleList"/>
    <dgm:cxn modelId="{D8D341B0-3F89-48CE-B8C0-77A3C0BD755D}" type="presOf" srcId="{CD887EC7-53C5-4448-A5D4-1E5C13365259}" destId="{B780A981-4653-4361-A8CD-CBE3DB56D5AA}" srcOrd="0" destOrd="0" presId="urn:microsoft.com/office/officeart/2018/2/layout/IconCircleList"/>
    <dgm:cxn modelId="{1B1BC7D2-4D7E-4699-BA18-704841B0EEF6}" type="presOf" srcId="{34E2592B-C594-4B74-B9D1-21011BF4326A}" destId="{3D946A18-E5CC-4281-B0C7-49C607BBCE7D}" srcOrd="0" destOrd="0" presId="urn:microsoft.com/office/officeart/2018/2/layout/IconCircleList"/>
    <dgm:cxn modelId="{F05A87DA-C9D4-4F5E-8455-286C7325D39A}" type="presOf" srcId="{5560D7AF-8934-4A01-B528-59D6A836ED52}" destId="{306299E3-0A94-4189-9D3D-ED0B538E0036}" srcOrd="0" destOrd="0" presId="urn:microsoft.com/office/officeart/2018/2/layout/IconCircleList"/>
    <dgm:cxn modelId="{7F132E2B-B8FF-4B1F-BFE5-FEB21D94214F}" type="presParOf" srcId="{3D946A18-E5CC-4281-B0C7-49C607BBCE7D}" destId="{617B4BD3-C574-4027-A5B7-F39D1F5FE236}" srcOrd="0" destOrd="0" presId="urn:microsoft.com/office/officeart/2018/2/layout/IconCircleList"/>
    <dgm:cxn modelId="{5FE253E8-153E-4F52-8013-51F95BD4547B}" type="presParOf" srcId="{617B4BD3-C574-4027-A5B7-F39D1F5FE236}" destId="{561D6AFB-F79A-4107-B84F-CD5177F6F300}" srcOrd="0" destOrd="0" presId="urn:microsoft.com/office/officeart/2018/2/layout/IconCircleList"/>
    <dgm:cxn modelId="{6306E691-FABA-49D7-9D2E-6E5F01BF043E}" type="presParOf" srcId="{561D6AFB-F79A-4107-B84F-CD5177F6F300}" destId="{CB81CC95-24F1-46B0-98BD-770A149A049F}" srcOrd="0" destOrd="0" presId="urn:microsoft.com/office/officeart/2018/2/layout/IconCircleList"/>
    <dgm:cxn modelId="{04DAD7C6-8CD7-42EA-948E-F54BF72EB6FC}" type="presParOf" srcId="{561D6AFB-F79A-4107-B84F-CD5177F6F300}" destId="{6CADEB1F-58C9-4437-8A00-CFF41638B377}" srcOrd="1" destOrd="0" presId="urn:microsoft.com/office/officeart/2018/2/layout/IconCircleList"/>
    <dgm:cxn modelId="{E4689582-C277-4915-B3E2-6E9B760B9597}" type="presParOf" srcId="{561D6AFB-F79A-4107-B84F-CD5177F6F300}" destId="{0A0269E8-803E-457E-B95C-DFD3E4B8B9FD}" srcOrd="2" destOrd="0" presId="urn:microsoft.com/office/officeart/2018/2/layout/IconCircleList"/>
    <dgm:cxn modelId="{ABBA69A4-7463-4D50-85F2-E1370888CDAC}" type="presParOf" srcId="{561D6AFB-F79A-4107-B84F-CD5177F6F300}" destId="{3C2684EF-374D-45E3-A00C-7EBADFDE3A44}" srcOrd="3" destOrd="0" presId="urn:microsoft.com/office/officeart/2018/2/layout/IconCircleList"/>
    <dgm:cxn modelId="{4A77F2D6-1337-4A0A-9F6E-03633C062395}" type="presParOf" srcId="{617B4BD3-C574-4027-A5B7-F39D1F5FE236}" destId="{34BB445A-1CF4-43D7-8B2E-E5C538EBD3AE}" srcOrd="1" destOrd="0" presId="urn:microsoft.com/office/officeart/2018/2/layout/IconCircleList"/>
    <dgm:cxn modelId="{41917402-7DD2-45E7-AA96-D39DDA32FBBB}" type="presParOf" srcId="{617B4BD3-C574-4027-A5B7-F39D1F5FE236}" destId="{8BF9A23A-801C-472A-A179-277A9E16EA28}" srcOrd="2" destOrd="0" presId="urn:microsoft.com/office/officeart/2018/2/layout/IconCircleList"/>
    <dgm:cxn modelId="{D5CA4486-825E-43A2-B082-59C495C24599}" type="presParOf" srcId="{8BF9A23A-801C-472A-A179-277A9E16EA28}" destId="{19A99532-1935-486B-B652-C09D2D6530EF}" srcOrd="0" destOrd="0" presId="urn:microsoft.com/office/officeart/2018/2/layout/IconCircleList"/>
    <dgm:cxn modelId="{A93B48A8-9E2E-4C2C-AA11-1612A8BD3A20}" type="presParOf" srcId="{8BF9A23A-801C-472A-A179-277A9E16EA28}" destId="{23330249-0DEF-4E06-A763-0490007D9AFE}" srcOrd="1" destOrd="0" presId="urn:microsoft.com/office/officeart/2018/2/layout/IconCircleList"/>
    <dgm:cxn modelId="{68411884-C48B-4884-937B-5CAC1AF9420D}" type="presParOf" srcId="{8BF9A23A-801C-472A-A179-277A9E16EA28}" destId="{FAFA7E02-545C-4D12-8304-781B11AF3C60}" srcOrd="2" destOrd="0" presId="urn:microsoft.com/office/officeart/2018/2/layout/IconCircleList"/>
    <dgm:cxn modelId="{45B14101-1092-48BE-B6B7-AB18AD6E0EB3}" type="presParOf" srcId="{8BF9A23A-801C-472A-A179-277A9E16EA28}" destId="{306299E3-0A94-4189-9D3D-ED0B538E0036}" srcOrd="3" destOrd="0" presId="urn:microsoft.com/office/officeart/2018/2/layout/IconCircleList"/>
    <dgm:cxn modelId="{12A49572-565F-4CA8-8245-6D3637087599}" type="presParOf" srcId="{617B4BD3-C574-4027-A5B7-F39D1F5FE236}" destId="{2E90D006-84A0-478D-A685-0A7448FBE911}" srcOrd="3" destOrd="0" presId="urn:microsoft.com/office/officeart/2018/2/layout/IconCircleList"/>
    <dgm:cxn modelId="{1C89FA0F-DA00-498D-8673-83934F983D2D}" type="presParOf" srcId="{617B4BD3-C574-4027-A5B7-F39D1F5FE236}" destId="{794B4AB1-3F43-4225-87C2-3CCB5AAB25A0}" srcOrd="4" destOrd="0" presId="urn:microsoft.com/office/officeart/2018/2/layout/IconCircleList"/>
    <dgm:cxn modelId="{646D3EFE-01A3-4E2E-A947-C4A77E5F4F3D}" type="presParOf" srcId="{794B4AB1-3F43-4225-87C2-3CCB5AAB25A0}" destId="{8F5F13B3-7974-4CC7-AF70-4D78FF3BAD51}" srcOrd="0" destOrd="0" presId="urn:microsoft.com/office/officeart/2018/2/layout/IconCircleList"/>
    <dgm:cxn modelId="{78B0E27D-1C7A-4032-837F-497DBD549776}" type="presParOf" srcId="{794B4AB1-3F43-4225-87C2-3CCB5AAB25A0}" destId="{43175CBC-25F8-4C98-8012-4EC8296763C2}" srcOrd="1" destOrd="0" presId="urn:microsoft.com/office/officeart/2018/2/layout/IconCircleList"/>
    <dgm:cxn modelId="{831F32BB-6FB6-4AE9-8524-8053785F8EEA}" type="presParOf" srcId="{794B4AB1-3F43-4225-87C2-3CCB5AAB25A0}" destId="{C00BEFA3-2505-4AB6-9608-D93DB3CFC109}" srcOrd="2" destOrd="0" presId="urn:microsoft.com/office/officeart/2018/2/layout/IconCircleList"/>
    <dgm:cxn modelId="{126BF3B9-2B2B-4D4E-883C-C13DF5361C51}" type="presParOf" srcId="{794B4AB1-3F43-4225-87C2-3CCB5AAB25A0}" destId="{B780A981-4653-4361-A8CD-CBE3DB56D5AA}" srcOrd="3" destOrd="0" presId="urn:microsoft.com/office/officeart/2018/2/layout/IconCircleList"/>
    <dgm:cxn modelId="{FC229B34-416C-4E6C-9414-C22865E45944}" type="presParOf" srcId="{617B4BD3-C574-4027-A5B7-F39D1F5FE236}" destId="{A4714C16-7902-45BF-841B-570CAF04B57F}" srcOrd="5" destOrd="0" presId="urn:microsoft.com/office/officeart/2018/2/layout/IconCircleList"/>
    <dgm:cxn modelId="{6AB80080-04B9-4C81-8291-97FDD88C9050}" type="presParOf" srcId="{617B4BD3-C574-4027-A5B7-F39D1F5FE236}" destId="{F84EB366-8ED2-45D7-BF00-F90F84A69F71}" srcOrd="6" destOrd="0" presId="urn:microsoft.com/office/officeart/2018/2/layout/IconCircleList"/>
    <dgm:cxn modelId="{BB892AEA-56F1-49DE-843C-DE1E2C8C84C7}" type="presParOf" srcId="{F84EB366-8ED2-45D7-BF00-F90F84A69F71}" destId="{3F7FD8F7-319A-4598-A6C7-255882F3060D}" srcOrd="0" destOrd="0" presId="urn:microsoft.com/office/officeart/2018/2/layout/IconCircleList"/>
    <dgm:cxn modelId="{7621D46F-0AC5-432A-839D-64D5060CDB78}" type="presParOf" srcId="{F84EB366-8ED2-45D7-BF00-F90F84A69F71}" destId="{DE83631D-4F21-4468-A6D3-F51D1FAA3E6C}" srcOrd="1" destOrd="0" presId="urn:microsoft.com/office/officeart/2018/2/layout/IconCircleList"/>
    <dgm:cxn modelId="{FF30D908-4317-4EAA-AC00-028A79C5BA05}" type="presParOf" srcId="{F84EB366-8ED2-45D7-BF00-F90F84A69F71}" destId="{D9F5EC42-86BC-45C2-8A5E-BBAB02FDC410}" srcOrd="2" destOrd="0" presId="urn:microsoft.com/office/officeart/2018/2/layout/IconCircleList"/>
    <dgm:cxn modelId="{62665539-7550-4436-9420-923FAF5AB08F}" type="presParOf" srcId="{F84EB366-8ED2-45D7-BF00-F90F84A69F71}" destId="{F565B62F-6F87-426F-91D5-41C5E6CFD0C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0108FB0-4C54-496A-B46D-52CB0824CB40}" type="doc">
      <dgm:prSet loTypeId="urn:microsoft.com/office/officeart/2005/8/layout/matrix3" loCatId="matrix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404E019F-8123-471A-937F-92D4727317DF}">
      <dgm:prSet/>
      <dgm:spPr/>
      <dgm:t>
        <a:bodyPr/>
        <a:lstStyle/>
        <a:p>
          <a:r>
            <a:rPr lang="en-US"/>
            <a:t>Gesture and body language analysis</a:t>
          </a:r>
        </a:p>
      </dgm:t>
    </dgm:pt>
    <dgm:pt modelId="{F14D6503-C921-4BC9-A329-8553E0366CBB}" type="parTrans" cxnId="{D5A62C7F-2EC4-442E-97A7-A4EA0042B108}">
      <dgm:prSet/>
      <dgm:spPr/>
      <dgm:t>
        <a:bodyPr/>
        <a:lstStyle/>
        <a:p>
          <a:endParaRPr lang="en-US"/>
        </a:p>
      </dgm:t>
    </dgm:pt>
    <dgm:pt modelId="{512BD729-AA57-4762-903E-C79C4CAE2EAC}" type="sibTrans" cxnId="{D5A62C7F-2EC4-442E-97A7-A4EA0042B108}">
      <dgm:prSet/>
      <dgm:spPr/>
      <dgm:t>
        <a:bodyPr/>
        <a:lstStyle/>
        <a:p>
          <a:endParaRPr lang="en-US"/>
        </a:p>
      </dgm:t>
    </dgm:pt>
    <dgm:pt modelId="{E0473651-D99C-484A-B61F-79F1BFEFD656}">
      <dgm:prSet/>
      <dgm:spPr/>
      <dgm:t>
        <a:bodyPr/>
        <a:lstStyle/>
        <a:p>
          <a:r>
            <a:rPr lang="en-US"/>
            <a:t>Real-time interview feedback</a:t>
          </a:r>
        </a:p>
      </dgm:t>
    </dgm:pt>
    <dgm:pt modelId="{7D9462ED-865A-400B-9B04-D9B412893197}" type="parTrans" cxnId="{4698C917-4A9A-4A26-915F-FF62C8D154DA}">
      <dgm:prSet/>
      <dgm:spPr/>
      <dgm:t>
        <a:bodyPr/>
        <a:lstStyle/>
        <a:p>
          <a:endParaRPr lang="en-US"/>
        </a:p>
      </dgm:t>
    </dgm:pt>
    <dgm:pt modelId="{8BFEF0E4-C4C5-4487-9C90-FA6F1CCDB646}" type="sibTrans" cxnId="{4698C917-4A9A-4A26-915F-FF62C8D154DA}">
      <dgm:prSet/>
      <dgm:spPr/>
      <dgm:t>
        <a:bodyPr/>
        <a:lstStyle/>
        <a:p>
          <a:endParaRPr lang="en-US"/>
        </a:p>
      </dgm:t>
    </dgm:pt>
    <dgm:pt modelId="{0A533D93-3C5A-4E18-B0AD-F55333F4EAA7}">
      <dgm:prSet/>
      <dgm:spPr/>
      <dgm:t>
        <a:bodyPr/>
        <a:lstStyle/>
        <a:p>
          <a:r>
            <a:rPr lang="en-US"/>
            <a:t>AI-generated interview questions</a:t>
          </a:r>
        </a:p>
      </dgm:t>
    </dgm:pt>
    <dgm:pt modelId="{42F95960-AB64-40FA-971B-2F18A1DE9715}" type="parTrans" cxnId="{8F779E4B-A328-4916-AAF7-F8BE26166BA2}">
      <dgm:prSet/>
      <dgm:spPr/>
      <dgm:t>
        <a:bodyPr/>
        <a:lstStyle/>
        <a:p>
          <a:endParaRPr lang="en-US"/>
        </a:p>
      </dgm:t>
    </dgm:pt>
    <dgm:pt modelId="{2F42531C-7B42-47CC-B555-90E9951F63C2}" type="sibTrans" cxnId="{8F779E4B-A328-4916-AAF7-F8BE26166BA2}">
      <dgm:prSet/>
      <dgm:spPr/>
      <dgm:t>
        <a:bodyPr/>
        <a:lstStyle/>
        <a:p>
          <a:endParaRPr lang="en-US"/>
        </a:p>
      </dgm:t>
    </dgm:pt>
    <dgm:pt modelId="{5CF6C3DB-3789-42DE-9C3A-F561EDDAD5A9}">
      <dgm:prSet/>
      <dgm:spPr/>
      <dgm:t>
        <a:bodyPr/>
        <a:lstStyle/>
        <a:p>
          <a:r>
            <a:rPr lang="en-US"/>
            <a:t>Cloud-based deployment for wider access</a:t>
          </a:r>
        </a:p>
      </dgm:t>
    </dgm:pt>
    <dgm:pt modelId="{CA697D39-BBD3-4214-9EFC-0D60E0998A78}" type="parTrans" cxnId="{3B741386-405A-4FFA-B645-61F771BECBFC}">
      <dgm:prSet/>
      <dgm:spPr/>
      <dgm:t>
        <a:bodyPr/>
        <a:lstStyle/>
        <a:p>
          <a:endParaRPr lang="en-US"/>
        </a:p>
      </dgm:t>
    </dgm:pt>
    <dgm:pt modelId="{49FCE0D9-D71E-457E-9726-219896974198}" type="sibTrans" cxnId="{3B741386-405A-4FFA-B645-61F771BECBFC}">
      <dgm:prSet/>
      <dgm:spPr/>
      <dgm:t>
        <a:bodyPr/>
        <a:lstStyle/>
        <a:p>
          <a:endParaRPr lang="en-US"/>
        </a:p>
      </dgm:t>
    </dgm:pt>
    <dgm:pt modelId="{7C6AB259-5E80-4D36-87BA-5EDBFC3FA682}" type="pres">
      <dgm:prSet presAssocID="{40108FB0-4C54-496A-B46D-52CB0824CB40}" presName="matrix" presStyleCnt="0">
        <dgm:presLayoutVars>
          <dgm:chMax val="1"/>
          <dgm:dir/>
          <dgm:resizeHandles val="exact"/>
        </dgm:presLayoutVars>
      </dgm:prSet>
      <dgm:spPr/>
    </dgm:pt>
    <dgm:pt modelId="{9ADE8563-B8E7-4B6C-A90E-4701EA20A11F}" type="pres">
      <dgm:prSet presAssocID="{40108FB0-4C54-496A-B46D-52CB0824CB40}" presName="diamond" presStyleLbl="bgShp" presStyleIdx="0" presStyleCnt="1"/>
      <dgm:spPr/>
    </dgm:pt>
    <dgm:pt modelId="{AE289BD2-2721-43B5-B9A9-5DE816563B6C}" type="pres">
      <dgm:prSet presAssocID="{40108FB0-4C54-496A-B46D-52CB0824CB40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D12CBA3-E62E-497F-8B67-C3EF2D6624D7}" type="pres">
      <dgm:prSet presAssocID="{40108FB0-4C54-496A-B46D-52CB0824CB40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F4014893-963D-4605-923A-55BE94E12F3F}" type="pres">
      <dgm:prSet presAssocID="{40108FB0-4C54-496A-B46D-52CB0824CB40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6530305-E5F5-4969-84C4-EF359FCDBBB2}" type="pres">
      <dgm:prSet presAssocID="{40108FB0-4C54-496A-B46D-52CB0824CB40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653B4806-6D96-4A98-93F1-61170758843B}" type="presOf" srcId="{5CF6C3DB-3789-42DE-9C3A-F561EDDAD5A9}" destId="{E6530305-E5F5-4969-84C4-EF359FCDBBB2}" srcOrd="0" destOrd="0" presId="urn:microsoft.com/office/officeart/2005/8/layout/matrix3"/>
    <dgm:cxn modelId="{4698C917-4A9A-4A26-915F-FF62C8D154DA}" srcId="{40108FB0-4C54-496A-B46D-52CB0824CB40}" destId="{E0473651-D99C-484A-B61F-79F1BFEFD656}" srcOrd="1" destOrd="0" parTransId="{7D9462ED-865A-400B-9B04-D9B412893197}" sibTransId="{8BFEF0E4-C4C5-4487-9C90-FA6F1CCDB646}"/>
    <dgm:cxn modelId="{E5D68763-5594-40DF-A1FE-A57204A4A578}" type="presOf" srcId="{0A533D93-3C5A-4E18-B0AD-F55333F4EAA7}" destId="{F4014893-963D-4605-923A-55BE94E12F3F}" srcOrd="0" destOrd="0" presId="urn:microsoft.com/office/officeart/2005/8/layout/matrix3"/>
    <dgm:cxn modelId="{8F779E4B-A328-4916-AAF7-F8BE26166BA2}" srcId="{40108FB0-4C54-496A-B46D-52CB0824CB40}" destId="{0A533D93-3C5A-4E18-B0AD-F55333F4EAA7}" srcOrd="2" destOrd="0" parTransId="{42F95960-AB64-40FA-971B-2F18A1DE9715}" sibTransId="{2F42531C-7B42-47CC-B555-90E9951F63C2}"/>
    <dgm:cxn modelId="{D5A62C7F-2EC4-442E-97A7-A4EA0042B108}" srcId="{40108FB0-4C54-496A-B46D-52CB0824CB40}" destId="{404E019F-8123-471A-937F-92D4727317DF}" srcOrd="0" destOrd="0" parTransId="{F14D6503-C921-4BC9-A329-8553E0366CBB}" sibTransId="{512BD729-AA57-4762-903E-C79C4CAE2EAC}"/>
    <dgm:cxn modelId="{0C611482-BE8F-43A7-9DF9-DACD0EB2261B}" type="presOf" srcId="{40108FB0-4C54-496A-B46D-52CB0824CB40}" destId="{7C6AB259-5E80-4D36-87BA-5EDBFC3FA682}" srcOrd="0" destOrd="0" presId="urn:microsoft.com/office/officeart/2005/8/layout/matrix3"/>
    <dgm:cxn modelId="{22D92A83-868E-4FE1-A313-C8543FA9F55E}" type="presOf" srcId="{E0473651-D99C-484A-B61F-79F1BFEFD656}" destId="{DD12CBA3-E62E-497F-8B67-C3EF2D6624D7}" srcOrd="0" destOrd="0" presId="urn:microsoft.com/office/officeart/2005/8/layout/matrix3"/>
    <dgm:cxn modelId="{3B741386-405A-4FFA-B645-61F771BECBFC}" srcId="{40108FB0-4C54-496A-B46D-52CB0824CB40}" destId="{5CF6C3DB-3789-42DE-9C3A-F561EDDAD5A9}" srcOrd="3" destOrd="0" parTransId="{CA697D39-BBD3-4214-9EFC-0D60E0998A78}" sibTransId="{49FCE0D9-D71E-457E-9726-219896974198}"/>
    <dgm:cxn modelId="{EAD6D48C-2B94-4429-AA12-9FE942E87593}" type="presOf" srcId="{404E019F-8123-471A-937F-92D4727317DF}" destId="{AE289BD2-2721-43B5-B9A9-5DE816563B6C}" srcOrd="0" destOrd="0" presId="urn:microsoft.com/office/officeart/2005/8/layout/matrix3"/>
    <dgm:cxn modelId="{8553B54F-5E19-4220-9DBD-4C95E6A00976}" type="presParOf" srcId="{7C6AB259-5E80-4D36-87BA-5EDBFC3FA682}" destId="{9ADE8563-B8E7-4B6C-A90E-4701EA20A11F}" srcOrd="0" destOrd="0" presId="urn:microsoft.com/office/officeart/2005/8/layout/matrix3"/>
    <dgm:cxn modelId="{AF9EA563-8B89-4B73-A7D6-D1561C43A240}" type="presParOf" srcId="{7C6AB259-5E80-4D36-87BA-5EDBFC3FA682}" destId="{AE289BD2-2721-43B5-B9A9-5DE816563B6C}" srcOrd="1" destOrd="0" presId="urn:microsoft.com/office/officeart/2005/8/layout/matrix3"/>
    <dgm:cxn modelId="{8CBAF5CE-34F7-4DE1-8007-E3F1A5B8BF0E}" type="presParOf" srcId="{7C6AB259-5E80-4D36-87BA-5EDBFC3FA682}" destId="{DD12CBA3-E62E-497F-8B67-C3EF2D6624D7}" srcOrd="2" destOrd="0" presId="urn:microsoft.com/office/officeart/2005/8/layout/matrix3"/>
    <dgm:cxn modelId="{4B766BC4-041E-45EC-BC58-5BE3D770F535}" type="presParOf" srcId="{7C6AB259-5E80-4D36-87BA-5EDBFC3FA682}" destId="{F4014893-963D-4605-923A-55BE94E12F3F}" srcOrd="3" destOrd="0" presId="urn:microsoft.com/office/officeart/2005/8/layout/matrix3"/>
    <dgm:cxn modelId="{C1EED315-7F33-43BC-826A-32DC08C3732F}" type="presParOf" srcId="{7C6AB259-5E80-4D36-87BA-5EDBFC3FA682}" destId="{E6530305-E5F5-4969-84C4-EF359FCDBBB2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7E2777-3C29-4389-9895-CB6FA5A7ADE3}">
      <dsp:nvSpPr>
        <dsp:cNvPr id="0" name=""/>
        <dsp:cNvSpPr/>
      </dsp:nvSpPr>
      <dsp:spPr>
        <a:xfrm>
          <a:off x="454609" y="897"/>
          <a:ext cx="2342508" cy="140550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Mock interviews conducted by instructors or trainers</a:t>
          </a:r>
        </a:p>
      </dsp:txBody>
      <dsp:txXfrm>
        <a:off x="495775" y="42063"/>
        <a:ext cx="2260176" cy="1323172"/>
      </dsp:txXfrm>
    </dsp:sp>
    <dsp:sp modelId="{E12BF823-90C8-4878-8713-443D9D6F46A5}">
      <dsp:nvSpPr>
        <dsp:cNvPr id="0" name=""/>
        <dsp:cNvSpPr/>
      </dsp:nvSpPr>
      <dsp:spPr>
        <a:xfrm>
          <a:off x="3003258" y="413179"/>
          <a:ext cx="496611" cy="580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3003258" y="529367"/>
        <a:ext cx="347628" cy="348566"/>
      </dsp:txXfrm>
    </dsp:sp>
    <dsp:sp modelId="{D163AD4D-664A-46FE-A0DC-2312FDF5A97A}">
      <dsp:nvSpPr>
        <dsp:cNvPr id="0" name=""/>
        <dsp:cNvSpPr/>
      </dsp:nvSpPr>
      <dsp:spPr>
        <a:xfrm>
          <a:off x="3734120" y="897"/>
          <a:ext cx="2342508" cy="1405504"/>
        </a:xfrm>
        <a:prstGeom prst="roundRect">
          <a:avLst>
            <a:gd name="adj" fmla="val 10000"/>
          </a:avLst>
        </a:prstGeom>
        <a:solidFill>
          <a:schemeClr val="accent5">
            <a:hueOff val="-600060"/>
            <a:satOff val="54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Manual feedback based on observation</a:t>
          </a:r>
        </a:p>
      </dsp:txBody>
      <dsp:txXfrm>
        <a:off x="3775286" y="42063"/>
        <a:ext cx="2260176" cy="1323172"/>
      </dsp:txXfrm>
    </dsp:sp>
    <dsp:sp modelId="{8512D51B-D84D-4D78-8B73-FC717B0E574F}">
      <dsp:nvSpPr>
        <dsp:cNvPr id="0" name=""/>
        <dsp:cNvSpPr/>
      </dsp:nvSpPr>
      <dsp:spPr>
        <a:xfrm>
          <a:off x="6282769" y="413179"/>
          <a:ext cx="496611" cy="580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900091"/>
            <a:satOff val="82"/>
            <a:lumOff val="-58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6282769" y="529367"/>
        <a:ext cx="347628" cy="348566"/>
      </dsp:txXfrm>
    </dsp:sp>
    <dsp:sp modelId="{58398BB1-EE20-4A0A-BFC9-EEA7CF64F0F4}">
      <dsp:nvSpPr>
        <dsp:cNvPr id="0" name=""/>
        <dsp:cNvSpPr/>
      </dsp:nvSpPr>
      <dsp:spPr>
        <a:xfrm>
          <a:off x="7013632" y="897"/>
          <a:ext cx="2342508" cy="1405504"/>
        </a:xfrm>
        <a:prstGeom prst="roundRect">
          <a:avLst>
            <a:gd name="adj" fmla="val 10000"/>
          </a:avLst>
        </a:prstGeom>
        <a:solidFill>
          <a:schemeClr val="accent5">
            <a:hueOff val="-1200121"/>
            <a:satOff val="109"/>
            <a:lumOff val="-7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Limited analysis of facial expressions and speech patterns</a:t>
          </a:r>
        </a:p>
      </dsp:txBody>
      <dsp:txXfrm>
        <a:off x="7054798" y="42063"/>
        <a:ext cx="2260176" cy="1323172"/>
      </dsp:txXfrm>
    </dsp:sp>
    <dsp:sp modelId="{E1C1FC8C-7A9D-40F5-B7D7-A150837F1BD4}">
      <dsp:nvSpPr>
        <dsp:cNvPr id="0" name=""/>
        <dsp:cNvSpPr/>
      </dsp:nvSpPr>
      <dsp:spPr>
        <a:xfrm rot="5400000">
          <a:off x="7936580" y="1570378"/>
          <a:ext cx="496611" cy="580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1800181"/>
            <a:satOff val="163"/>
            <a:lumOff val="-117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8010603" y="1612544"/>
        <a:ext cx="348566" cy="347628"/>
      </dsp:txXfrm>
    </dsp:sp>
    <dsp:sp modelId="{8FFB9CEB-63C7-4996-A6F3-D943B5FA429C}">
      <dsp:nvSpPr>
        <dsp:cNvPr id="0" name=""/>
        <dsp:cNvSpPr/>
      </dsp:nvSpPr>
      <dsp:spPr>
        <a:xfrm>
          <a:off x="7013632" y="2343406"/>
          <a:ext cx="2342508" cy="1405504"/>
        </a:xfrm>
        <a:prstGeom prst="roundRect">
          <a:avLst>
            <a:gd name="adj" fmla="val 10000"/>
          </a:avLst>
        </a:prstGeom>
        <a:solidFill>
          <a:schemeClr val="accent5">
            <a:hueOff val="-1800181"/>
            <a:satOff val="163"/>
            <a:lumOff val="-117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Evaluation may vary between evaluators</a:t>
          </a:r>
        </a:p>
      </dsp:txBody>
      <dsp:txXfrm>
        <a:off x="7054798" y="2384572"/>
        <a:ext cx="2260176" cy="13231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518854-3C1E-4A79-A4EB-DAC883EDC95D}">
      <dsp:nvSpPr>
        <dsp:cNvPr id="0" name=""/>
        <dsp:cNvSpPr/>
      </dsp:nvSpPr>
      <dsp:spPr>
        <a:xfrm>
          <a:off x="347232" y="707484"/>
          <a:ext cx="812306" cy="812306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D0117E-6723-4A5E-9D97-7C94CD61157F}">
      <dsp:nvSpPr>
        <dsp:cNvPr id="0" name=""/>
        <dsp:cNvSpPr/>
      </dsp:nvSpPr>
      <dsp:spPr>
        <a:xfrm>
          <a:off x="517817" y="878069"/>
          <a:ext cx="471137" cy="4711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8AEEC7-0ADF-4718-A491-842BCAF97BB4}">
      <dsp:nvSpPr>
        <dsp:cNvPr id="0" name=""/>
        <dsp:cNvSpPr/>
      </dsp:nvSpPr>
      <dsp:spPr>
        <a:xfrm>
          <a:off x="1333604" y="707484"/>
          <a:ext cx="1914721" cy="8123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AI-Based Mock Interview Analyzer</a:t>
          </a:r>
        </a:p>
      </dsp:txBody>
      <dsp:txXfrm>
        <a:off x="1333604" y="707484"/>
        <a:ext cx="1914721" cy="812306"/>
      </dsp:txXfrm>
    </dsp:sp>
    <dsp:sp modelId="{CB2DE15D-42CC-4EC4-BC90-BE11BDD6B2C5}">
      <dsp:nvSpPr>
        <dsp:cNvPr id="0" name=""/>
        <dsp:cNvSpPr/>
      </dsp:nvSpPr>
      <dsp:spPr>
        <a:xfrm>
          <a:off x="3581952" y="707484"/>
          <a:ext cx="812306" cy="812306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5E8F55-F486-4677-920F-DD17BBA2D86A}">
      <dsp:nvSpPr>
        <dsp:cNvPr id="0" name=""/>
        <dsp:cNvSpPr/>
      </dsp:nvSpPr>
      <dsp:spPr>
        <a:xfrm>
          <a:off x="3752536" y="878069"/>
          <a:ext cx="471137" cy="4711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3E56A8-F584-4252-9BE9-CA0087007E28}">
      <dsp:nvSpPr>
        <dsp:cNvPr id="0" name=""/>
        <dsp:cNvSpPr/>
      </dsp:nvSpPr>
      <dsp:spPr>
        <a:xfrm>
          <a:off x="4568324" y="707484"/>
          <a:ext cx="1914721" cy="8123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Facial emotion detection using CNN</a:t>
          </a:r>
        </a:p>
      </dsp:txBody>
      <dsp:txXfrm>
        <a:off x="4568324" y="707484"/>
        <a:ext cx="1914721" cy="812306"/>
      </dsp:txXfrm>
    </dsp:sp>
    <dsp:sp modelId="{2D3A4403-0979-460E-BD1D-D192DCCB3C01}">
      <dsp:nvSpPr>
        <dsp:cNvPr id="0" name=""/>
        <dsp:cNvSpPr/>
      </dsp:nvSpPr>
      <dsp:spPr>
        <a:xfrm>
          <a:off x="6816671" y="707484"/>
          <a:ext cx="812306" cy="812306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D0E882-8512-4282-ACA8-91DE99EA87C3}">
      <dsp:nvSpPr>
        <dsp:cNvPr id="0" name=""/>
        <dsp:cNvSpPr/>
      </dsp:nvSpPr>
      <dsp:spPr>
        <a:xfrm>
          <a:off x="6987255" y="878069"/>
          <a:ext cx="471137" cy="4711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75DA90-D447-45A1-836C-F3F545CA2C44}">
      <dsp:nvSpPr>
        <dsp:cNvPr id="0" name=""/>
        <dsp:cNvSpPr/>
      </dsp:nvSpPr>
      <dsp:spPr>
        <a:xfrm>
          <a:off x="7803043" y="707484"/>
          <a:ext cx="1914721" cy="8123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Speech recognition and analysis</a:t>
          </a:r>
        </a:p>
      </dsp:txBody>
      <dsp:txXfrm>
        <a:off x="7803043" y="707484"/>
        <a:ext cx="1914721" cy="812306"/>
      </dsp:txXfrm>
    </dsp:sp>
    <dsp:sp modelId="{41BFC1FE-BD3D-4351-9E3C-C8AC21BB3429}">
      <dsp:nvSpPr>
        <dsp:cNvPr id="0" name=""/>
        <dsp:cNvSpPr/>
      </dsp:nvSpPr>
      <dsp:spPr>
        <a:xfrm>
          <a:off x="347232" y="2142355"/>
          <a:ext cx="812306" cy="812306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1D25E6-7196-48E6-AAA8-62BB6ED9227F}">
      <dsp:nvSpPr>
        <dsp:cNvPr id="0" name=""/>
        <dsp:cNvSpPr/>
      </dsp:nvSpPr>
      <dsp:spPr>
        <a:xfrm>
          <a:off x="517817" y="2312940"/>
          <a:ext cx="471137" cy="47113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59AF4B-E79E-4384-B3C9-32E94CADED6A}">
      <dsp:nvSpPr>
        <dsp:cNvPr id="0" name=""/>
        <dsp:cNvSpPr/>
      </dsp:nvSpPr>
      <dsp:spPr>
        <a:xfrm>
          <a:off x="1333604" y="2142355"/>
          <a:ext cx="1914721" cy="8123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Natural Language Processing for response evaluation</a:t>
          </a:r>
        </a:p>
      </dsp:txBody>
      <dsp:txXfrm>
        <a:off x="1333604" y="2142355"/>
        <a:ext cx="1914721" cy="812306"/>
      </dsp:txXfrm>
    </dsp:sp>
    <dsp:sp modelId="{59174ED9-E1FD-441C-A1A4-9400D079DB95}">
      <dsp:nvSpPr>
        <dsp:cNvPr id="0" name=""/>
        <dsp:cNvSpPr/>
      </dsp:nvSpPr>
      <dsp:spPr>
        <a:xfrm>
          <a:off x="3581952" y="2142355"/>
          <a:ext cx="812306" cy="812306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A7EDDC-61E2-4E34-8E61-AD0F0659AB61}">
      <dsp:nvSpPr>
        <dsp:cNvPr id="0" name=""/>
        <dsp:cNvSpPr/>
      </dsp:nvSpPr>
      <dsp:spPr>
        <a:xfrm>
          <a:off x="3752536" y="2312940"/>
          <a:ext cx="471137" cy="47113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E99516-51BD-4F06-813A-221DBBEB6726}">
      <dsp:nvSpPr>
        <dsp:cNvPr id="0" name=""/>
        <dsp:cNvSpPr/>
      </dsp:nvSpPr>
      <dsp:spPr>
        <a:xfrm>
          <a:off x="4568324" y="2142355"/>
          <a:ext cx="1914721" cy="8123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Dashboard showing interview performance metrics</a:t>
          </a:r>
        </a:p>
      </dsp:txBody>
      <dsp:txXfrm>
        <a:off x="4568324" y="2142355"/>
        <a:ext cx="1914721" cy="8123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52F3FD-A895-423A-A796-87A98531A9B7}">
      <dsp:nvSpPr>
        <dsp:cNvPr id="0" name=""/>
        <dsp:cNvSpPr/>
      </dsp:nvSpPr>
      <dsp:spPr>
        <a:xfrm>
          <a:off x="3161548" y="722754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25980" y="765529"/>
        <a:ext cx="29445" cy="5889"/>
      </dsp:txXfrm>
    </dsp:sp>
    <dsp:sp modelId="{858DB615-5A1A-4F22-90C2-10F8ECC42D7E}">
      <dsp:nvSpPr>
        <dsp:cNvPr id="0" name=""/>
        <dsp:cNvSpPr/>
      </dsp:nvSpPr>
      <dsp:spPr>
        <a:xfrm>
          <a:off x="602867" y="329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Capture video and audio responses</a:t>
          </a:r>
        </a:p>
      </dsp:txBody>
      <dsp:txXfrm>
        <a:off x="602867" y="329"/>
        <a:ext cx="2560480" cy="1536288"/>
      </dsp:txXfrm>
    </dsp:sp>
    <dsp:sp modelId="{90CB0F84-93D1-465E-830B-28A5D4B332EE}">
      <dsp:nvSpPr>
        <dsp:cNvPr id="0" name=""/>
        <dsp:cNvSpPr/>
      </dsp:nvSpPr>
      <dsp:spPr>
        <a:xfrm>
          <a:off x="6310939" y="722754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5371" y="765529"/>
        <a:ext cx="29445" cy="5889"/>
      </dsp:txXfrm>
    </dsp:sp>
    <dsp:sp modelId="{26939C92-E737-4484-8898-06676A1B259B}">
      <dsp:nvSpPr>
        <dsp:cNvPr id="0" name=""/>
        <dsp:cNvSpPr/>
      </dsp:nvSpPr>
      <dsp:spPr>
        <a:xfrm>
          <a:off x="3752258" y="329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Detect facial emotions using CNN</a:t>
          </a:r>
        </a:p>
      </dsp:txBody>
      <dsp:txXfrm>
        <a:off x="3752258" y="329"/>
        <a:ext cx="2560480" cy="1536288"/>
      </dsp:txXfrm>
    </dsp:sp>
    <dsp:sp modelId="{2EACF911-2EFD-4A0D-8CE4-D384E365B70B}">
      <dsp:nvSpPr>
        <dsp:cNvPr id="0" name=""/>
        <dsp:cNvSpPr/>
      </dsp:nvSpPr>
      <dsp:spPr>
        <a:xfrm>
          <a:off x="1883108" y="1534818"/>
          <a:ext cx="6298781" cy="558310"/>
        </a:xfrm>
        <a:custGeom>
          <a:avLst/>
          <a:gdLst/>
          <a:ahLst/>
          <a:cxnLst/>
          <a:rect l="0" t="0" r="0" b="0"/>
          <a:pathLst>
            <a:path>
              <a:moveTo>
                <a:pt x="6298781" y="0"/>
              </a:moveTo>
              <a:lnTo>
                <a:pt x="6298781" y="296255"/>
              </a:lnTo>
              <a:lnTo>
                <a:pt x="0" y="296255"/>
              </a:lnTo>
              <a:lnTo>
                <a:pt x="0" y="55831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874342" y="1811028"/>
        <a:ext cx="316312" cy="5889"/>
      </dsp:txXfrm>
    </dsp:sp>
    <dsp:sp modelId="{FD678D01-5765-4352-BEB5-699178C74FF8}">
      <dsp:nvSpPr>
        <dsp:cNvPr id="0" name=""/>
        <dsp:cNvSpPr/>
      </dsp:nvSpPr>
      <dsp:spPr>
        <a:xfrm>
          <a:off x="6901649" y="329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Convert speech to text using Whisper</a:t>
          </a:r>
        </a:p>
      </dsp:txBody>
      <dsp:txXfrm>
        <a:off x="6901649" y="329"/>
        <a:ext cx="2560480" cy="1536288"/>
      </dsp:txXfrm>
    </dsp:sp>
    <dsp:sp modelId="{EB983158-ADAA-4F1E-B232-B0A258CE331B}">
      <dsp:nvSpPr>
        <dsp:cNvPr id="0" name=""/>
        <dsp:cNvSpPr/>
      </dsp:nvSpPr>
      <dsp:spPr>
        <a:xfrm>
          <a:off x="3161548" y="2847952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25980" y="2890728"/>
        <a:ext cx="29445" cy="5889"/>
      </dsp:txXfrm>
    </dsp:sp>
    <dsp:sp modelId="{8F7520C7-FD36-4DE8-B2E1-604569E13877}">
      <dsp:nvSpPr>
        <dsp:cNvPr id="0" name=""/>
        <dsp:cNvSpPr/>
      </dsp:nvSpPr>
      <dsp:spPr>
        <a:xfrm>
          <a:off x="602867" y="2125528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Analyze language using NLP techniques</a:t>
          </a:r>
        </a:p>
      </dsp:txBody>
      <dsp:txXfrm>
        <a:off x="602867" y="2125528"/>
        <a:ext cx="2560480" cy="1536288"/>
      </dsp:txXfrm>
    </dsp:sp>
    <dsp:sp modelId="{144BBEA9-765E-43F5-BF48-C76362B732A8}">
      <dsp:nvSpPr>
        <dsp:cNvPr id="0" name=""/>
        <dsp:cNvSpPr/>
      </dsp:nvSpPr>
      <dsp:spPr>
        <a:xfrm>
          <a:off x="3752258" y="2125528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Generate interview performance scores</a:t>
          </a:r>
        </a:p>
      </dsp:txBody>
      <dsp:txXfrm>
        <a:off x="3752258" y="2125528"/>
        <a:ext cx="2560480" cy="153628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FDAA66-6AC7-4776-9E09-D6901927CFFD}">
      <dsp:nvSpPr>
        <dsp:cNvPr id="0" name=""/>
        <dsp:cNvSpPr/>
      </dsp:nvSpPr>
      <dsp:spPr>
        <a:xfrm>
          <a:off x="746188" y="93802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3FD58E-B96A-4B78-B6E7-01CE43842A03}">
      <dsp:nvSpPr>
        <dsp:cNvPr id="0" name=""/>
        <dsp:cNvSpPr/>
      </dsp:nvSpPr>
      <dsp:spPr>
        <a:xfrm>
          <a:off x="902247" y="249861"/>
          <a:ext cx="431019" cy="43101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25D34-82C8-4DF3-A813-8CF6790E4F88}">
      <dsp:nvSpPr>
        <dsp:cNvPr id="0" name=""/>
        <dsp:cNvSpPr/>
      </dsp:nvSpPr>
      <dsp:spPr>
        <a:xfrm>
          <a:off x="1648569" y="93802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Interview Question Module</a:t>
          </a:r>
        </a:p>
      </dsp:txBody>
      <dsp:txXfrm>
        <a:off x="1648569" y="93802"/>
        <a:ext cx="1751681" cy="743137"/>
      </dsp:txXfrm>
    </dsp:sp>
    <dsp:sp modelId="{D4C50E6A-3BD6-4183-A5B6-C9EED2969C10}">
      <dsp:nvSpPr>
        <dsp:cNvPr id="0" name=""/>
        <dsp:cNvSpPr/>
      </dsp:nvSpPr>
      <dsp:spPr>
        <a:xfrm>
          <a:off x="3705467" y="93802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BCDE63-2574-45F8-BD97-A468B4926B21}">
      <dsp:nvSpPr>
        <dsp:cNvPr id="0" name=""/>
        <dsp:cNvSpPr/>
      </dsp:nvSpPr>
      <dsp:spPr>
        <a:xfrm>
          <a:off x="3861526" y="249861"/>
          <a:ext cx="431019" cy="43101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DD41C8-743E-4D5D-A9BA-4B4FBD949B4E}">
      <dsp:nvSpPr>
        <dsp:cNvPr id="0" name=""/>
        <dsp:cNvSpPr/>
      </dsp:nvSpPr>
      <dsp:spPr>
        <a:xfrm>
          <a:off x="4607849" y="93802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Video Capture Module</a:t>
          </a:r>
        </a:p>
      </dsp:txBody>
      <dsp:txXfrm>
        <a:off x="4607849" y="93802"/>
        <a:ext cx="1751681" cy="743137"/>
      </dsp:txXfrm>
    </dsp:sp>
    <dsp:sp modelId="{88096C92-694A-4EF8-A205-71CC9B95F964}">
      <dsp:nvSpPr>
        <dsp:cNvPr id="0" name=""/>
        <dsp:cNvSpPr/>
      </dsp:nvSpPr>
      <dsp:spPr>
        <a:xfrm>
          <a:off x="6664747" y="93802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4A50A2-45C5-44CA-928D-3466F11A10A4}">
      <dsp:nvSpPr>
        <dsp:cNvPr id="0" name=""/>
        <dsp:cNvSpPr/>
      </dsp:nvSpPr>
      <dsp:spPr>
        <a:xfrm>
          <a:off x="6820806" y="249861"/>
          <a:ext cx="431019" cy="43101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8AEA2C-C8B3-4499-88D5-0B088B97317C}">
      <dsp:nvSpPr>
        <dsp:cNvPr id="0" name=""/>
        <dsp:cNvSpPr/>
      </dsp:nvSpPr>
      <dsp:spPr>
        <a:xfrm>
          <a:off x="7567128" y="93802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Emotion Detection Module</a:t>
          </a:r>
        </a:p>
      </dsp:txBody>
      <dsp:txXfrm>
        <a:off x="7567128" y="93802"/>
        <a:ext cx="1751681" cy="743137"/>
      </dsp:txXfrm>
    </dsp:sp>
    <dsp:sp modelId="{09F20B49-9B8A-4E8D-9C7A-9542E4F684F5}">
      <dsp:nvSpPr>
        <dsp:cNvPr id="0" name=""/>
        <dsp:cNvSpPr/>
      </dsp:nvSpPr>
      <dsp:spPr>
        <a:xfrm>
          <a:off x="746188" y="1459504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30A6E9-8E42-42ED-9DCB-AFCAE184E674}">
      <dsp:nvSpPr>
        <dsp:cNvPr id="0" name=""/>
        <dsp:cNvSpPr/>
      </dsp:nvSpPr>
      <dsp:spPr>
        <a:xfrm>
          <a:off x="902247" y="1615563"/>
          <a:ext cx="431019" cy="43101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4B1DB9-911E-4F08-BE5E-4553DDAF1195}">
      <dsp:nvSpPr>
        <dsp:cNvPr id="0" name=""/>
        <dsp:cNvSpPr/>
      </dsp:nvSpPr>
      <dsp:spPr>
        <a:xfrm>
          <a:off x="1648569" y="1459504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Speech Analysis Module</a:t>
          </a:r>
        </a:p>
      </dsp:txBody>
      <dsp:txXfrm>
        <a:off x="1648569" y="1459504"/>
        <a:ext cx="1751681" cy="743137"/>
      </dsp:txXfrm>
    </dsp:sp>
    <dsp:sp modelId="{28E081B0-4B11-4783-908C-CF3D6980AE07}">
      <dsp:nvSpPr>
        <dsp:cNvPr id="0" name=""/>
        <dsp:cNvSpPr/>
      </dsp:nvSpPr>
      <dsp:spPr>
        <a:xfrm>
          <a:off x="3705467" y="1459504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A254B6-257B-4E9C-AC7F-8CEF4C62A779}">
      <dsp:nvSpPr>
        <dsp:cNvPr id="0" name=""/>
        <dsp:cNvSpPr/>
      </dsp:nvSpPr>
      <dsp:spPr>
        <a:xfrm>
          <a:off x="3861526" y="1615563"/>
          <a:ext cx="431019" cy="43101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3DB75-1611-4475-8913-936B78714F11}">
      <dsp:nvSpPr>
        <dsp:cNvPr id="0" name=""/>
        <dsp:cNvSpPr/>
      </dsp:nvSpPr>
      <dsp:spPr>
        <a:xfrm>
          <a:off x="4607849" y="1459504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Natural Language Processing Module</a:t>
          </a:r>
        </a:p>
      </dsp:txBody>
      <dsp:txXfrm>
        <a:off x="4607849" y="1459504"/>
        <a:ext cx="1751681" cy="743137"/>
      </dsp:txXfrm>
    </dsp:sp>
    <dsp:sp modelId="{4B3C6905-5F59-49F4-A83F-99ED934CD102}">
      <dsp:nvSpPr>
        <dsp:cNvPr id="0" name=""/>
        <dsp:cNvSpPr/>
      </dsp:nvSpPr>
      <dsp:spPr>
        <a:xfrm>
          <a:off x="6664747" y="1459504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EE3A25-D508-45E8-94BE-604DA6B23313}">
      <dsp:nvSpPr>
        <dsp:cNvPr id="0" name=""/>
        <dsp:cNvSpPr/>
      </dsp:nvSpPr>
      <dsp:spPr>
        <a:xfrm>
          <a:off x="6820806" y="1615563"/>
          <a:ext cx="431019" cy="431019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4F4F3F-6FD1-4C8C-BD02-692CF187E5D0}">
      <dsp:nvSpPr>
        <dsp:cNvPr id="0" name=""/>
        <dsp:cNvSpPr/>
      </dsp:nvSpPr>
      <dsp:spPr>
        <a:xfrm>
          <a:off x="7567128" y="1459504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Performance Evaluation Module</a:t>
          </a:r>
        </a:p>
      </dsp:txBody>
      <dsp:txXfrm>
        <a:off x="7567128" y="1459504"/>
        <a:ext cx="1751681" cy="743137"/>
      </dsp:txXfrm>
    </dsp:sp>
    <dsp:sp modelId="{904BACC9-1B3C-4E24-AE4E-CB8DF45934B4}">
      <dsp:nvSpPr>
        <dsp:cNvPr id="0" name=""/>
        <dsp:cNvSpPr/>
      </dsp:nvSpPr>
      <dsp:spPr>
        <a:xfrm>
          <a:off x="746188" y="2825207"/>
          <a:ext cx="743137" cy="743137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0FC8BA-2FA1-44B3-AF56-558B67936D02}">
      <dsp:nvSpPr>
        <dsp:cNvPr id="0" name=""/>
        <dsp:cNvSpPr/>
      </dsp:nvSpPr>
      <dsp:spPr>
        <a:xfrm>
          <a:off x="902247" y="2981266"/>
          <a:ext cx="431019" cy="431019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D42EFB-3AD2-475D-B203-0A117FD6CF93}">
      <dsp:nvSpPr>
        <dsp:cNvPr id="0" name=""/>
        <dsp:cNvSpPr/>
      </dsp:nvSpPr>
      <dsp:spPr>
        <a:xfrm>
          <a:off x="1648569" y="2825207"/>
          <a:ext cx="1751681" cy="7431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Dashboard Visualization Module</a:t>
          </a:r>
        </a:p>
      </dsp:txBody>
      <dsp:txXfrm>
        <a:off x="1648569" y="2825207"/>
        <a:ext cx="1751681" cy="74313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67BDBA-6747-4490-ABD7-7C07615B160B}">
      <dsp:nvSpPr>
        <dsp:cNvPr id="0" name=""/>
        <dsp:cNvSpPr/>
      </dsp:nvSpPr>
      <dsp:spPr>
        <a:xfrm>
          <a:off x="526839" y="649"/>
          <a:ext cx="2816037" cy="168962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Frontend: React.js dashboard interface</a:t>
          </a:r>
        </a:p>
      </dsp:txBody>
      <dsp:txXfrm>
        <a:off x="526839" y="649"/>
        <a:ext cx="2816037" cy="1689622"/>
      </dsp:txXfrm>
    </dsp:sp>
    <dsp:sp modelId="{43F1E2EE-40F1-4CF0-A694-96A75831BEA1}">
      <dsp:nvSpPr>
        <dsp:cNvPr id="0" name=""/>
        <dsp:cNvSpPr/>
      </dsp:nvSpPr>
      <dsp:spPr>
        <a:xfrm>
          <a:off x="3624480" y="649"/>
          <a:ext cx="2816037" cy="1689622"/>
        </a:xfrm>
        <a:prstGeom prst="rect">
          <a:avLst/>
        </a:prstGeom>
        <a:solidFill>
          <a:schemeClr val="accent5">
            <a:hueOff val="-360036"/>
            <a:satOff val="33"/>
            <a:lumOff val="-23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Backend: FastAPI server</a:t>
          </a:r>
        </a:p>
      </dsp:txBody>
      <dsp:txXfrm>
        <a:off x="3624480" y="649"/>
        <a:ext cx="2816037" cy="1689622"/>
      </dsp:txXfrm>
    </dsp:sp>
    <dsp:sp modelId="{D9287F0B-B9D8-4249-94CB-76686E2E5AF5}">
      <dsp:nvSpPr>
        <dsp:cNvPr id="0" name=""/>
        <dsp:cNvSpPr/>
      </dsp:nvSpPr>
      <dsp:spPr>
        <a:xfrm>
          <a:off x="6722121" y="649"/>
          <a:ext cx="2816037" cy="1689622"/>
        </a:xfrm>
        <a:prstGeom prst="rect">
          <a:avLst/>
        </a:prstGeom>
        <a:solidFill>
          <a:schemeClr val="accent5">
            <a:hueOff val="-720072"/>
            <a:satOff val="65"/>
            <a:lumOff val="-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Emotion Detection using CNN model</a:t>
          </a:r>
        </a:p>
      </dsp:txBody>
      <dsp:txXfrm>
        <a:off x="6722121" y="649"/>
        <a:ext cx="2816037" cy="1689622"/>
      </dsp:txXfrm>
    </dsp:sp>
    <dsp:sp modelId="{4D3FBC9F-45BC-48E8-AA77-39EF06FA5E93}">
      <dsp:nvSpPr>
        <dsp:cNvPr id="0" name=""/>
        <dsp:cNvSpPr/>
      </dsp:nvSpPr>
      <dsp:spPr>
        <a:xfrm>
          <a:off x="526839" y="1971875"/>
          <a:ext cx="2816037" cy="1689622"/>
        </a:xfrm>
        <a:prstGeom prst="rect">
          <a:avLst/>
        </a:prstGeom>
        <a:solidFill>
          <a:schemeClr val="accent5">
            <a:hueOff val="-1080109"/>
            <a:satOff val="98"/>
            <a:lumOff val="-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Speech Recognition using Whisper</a:t>
          </a:r>
        </a:p>
      </dsp:txBody>
      <dsp:txXfrm>
        <a:off x="526839" y="1971875"/>
        <a:ext cx="2816037" cy="1689622"/>
      </dsp:txXfrm>
    </dsp:sp>
    <dsp:sp modelId="{70B420B5-CE38-4424-9BAB-D6F11D905F58}">
      <dsp:nvSpPr>
        <dsp:cNvPr id="0" name=""/>
        <dsp:cNvSpPr/>
      </dsp:nvSpPr>
      <dsp:spPr>
        <a:xfrm>
          <a:off x="3624480" y="1971875"/>
          <a:ext cx="2816037" cy="1689622"/>
        </a:xfrm>
        <a:prstGeom prst="rect">
          <a:avLst/>
        </a:prstGeom>
        <a:solidFill>
          <a:schemeClr val="accent5">
            <a:hueOff val="-1440145"/>
            <a:satOff val="130"/>
            <a:lumOff val="-94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NLP analysis using NLTK</a:t>
          </a:r>
        </a:p>
      </dsp:txBody>
      <dsp:txXfrm>
        <a:off x="3624480" y="1971875"/>
        <a:ext cx="2816037" cy="1689622"/>
      </dsp:txXfrm>
    </dsp:sp>
    <dsp:sp modelId="{5FCBDB86-979E-49FC-8966-77344A6E5B37}">
      <dsp:nvSpPr>
        <dsp:cNvPr id="0" name=""/>
        <dsp:cNvSpPr/>
      </dsp:nvSpPr>
      <dsp:spPr>
        <a:xfrm>
          <a:off x="6722121" y="1971875"/>
          <a:ext cx="2816037" cy="1689622"/>
        </a:xfrm>
        <a:prstGeom prst="rect">
          <a:avLst/>
        </a:prstGeom>
        <a:solidFill>
          <a:schemeClr val="accent5">
            <a:hueOff val="-1800181"/>
            <a:satOff val="163"/>
            <a:lumOff val="-117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Results displayed through analytics dashboard</a:t>
          </a:r>
        </a:p>
      </dsp:txBody>
      <dsp:txXfrm>
        <a:off x="6722121" y="1971875"/>
        <a:ext cx="2816037" cy="168962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4C14B9-A012-463B-A5C1-7500A07D4699}">
      <dsp:nvSpPr>
        <dsp:cNvPr id="0" name=""/>
        <dsp:cNvSpPr/>
      </dsp:nvSpPr>
      <dsp:spPr>
        <a:xfrm>
          <a:off x="3161548" y="722754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25980" y="765529"/>
        <a:ext cx="29445" cy="5889"/>
      </dsp:txXfrm>
    </dsp:sp>
    <dsp:sp modelId="{FF66AE9C-A3CF-4748-9D47-84B0DEF899BE}">
      <dsp:nvSpPr>
        <dsp:cNvPr id="0" name=""/>
        <dsp:cNvSpPr/>
      </dsp:nvSpPr>
      <dsp:spPr>
        <a:xfrm>
          <a:off x="602867" y="329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Interview question displayed to candidate</a:t>
          </a:r>
        </a:p>
      </dsp:txBody>
      <dsp:txXfrm>
        <a:off x="602867" y="329"/>
        <a:ext cx="2560480" cy="1536288"/>
      </dsp:txXfrm>
    </dsp:sp>
    <dsp:sp modelId="{0B7D62A7-3E3D-4138-B2BE-F759384885C7}">
      <dsp:nvSpPr>
        <dsp:cNvPr id="0" name=""/>
        <dsp:cNvSpPr/>
      </dsp:nvSpPr>
      <dsp:spPr>
        <a:xfrm>
          <a:off x="6310939" y="722754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5371" y="765529"/>
        <a:ext cx="29445" cy="5889"/>
      </dsp:txXfrm>
    </dsp:sp>
    <dsp:sp modelId="{D576B813-209F-49D5-B787-2775703C815A}">
      <dsp:nvSpPr>
        <dsp:cNvPr id="0" name=""/>
        <dsp:cNvSpPr/>
      </dsp:nvSpPr>
      <dsp:spPr>
        <a:xfrm>
          <a:off x="3752258" y="329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Candidate response captured via webcam and microphone</a:t>
          </a:r>
        </a:p>
      </dsp:txBody>
      <dsp:txXfrm>
        <a:off x="3752258" y="329"/>
        <a:ext cx="2560480" cy="1536288"/>
      </dsp:txXfrm>
    </dsp:sp>
    <dsp:sp modelId="{A187FD06-9358-4D93-97EC-881159E09161}">
      <dsp:nvSpPr>
        <dsp:cNvPr id="0" name=""/>
        <dsp:cNvSpPr/>
      </dsp:nvSpPr>
      <dsp:spPr>
        <a:xfrm>
          <a:off x="1883108" y="1534818"/>
          <a:ext cx="6298781" cy="558310"/>
        </a:xfrm>
        <a:custGeom>
          <a:avLst/>
          <a:gdLst/>
          <a:ahLst/>
          <a:cxnLst/>
          <a:rect l="0" t="0" r="0" b="0"/>
          <a:pathLst>
            <a:path>
              <a:moveTo>
                <a:pt x="6298781" y="0"/>
              </a:moveTo>
              <a:lnTo>
                <a:pt x="6298781" y="296255"/>
              </a:lnTo>
              <a:lnTo>
                <a:pt x="0" y="296255"/>
              </a:lnTo>
              <a:lnTo>
                <a:pt x="0" y="55831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874342" y="1811028"/>
        <a:ext cx="316312" cy="5889"/>
      </dsp:txXfrm>
    </dsp:sp>
    <dsp:sp modelId="{03D25F76-2303-4ADC-A5E0-BC866D718E03}">
      <dsp:nvSpPr>
        <dsp:cNvPr id="0" name=""/>
        <dsp:cNvSpPr/>
      </dsp:nvSpPr>
      <dsp:spPr>
        <a:xfrm>
          <a:off x="6901649" y="329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Facial emotion detection from video frames</a:t>
          </a:r>
        </a:p>
      </dsp:txBody>
      <dsp:txXfrm>
        <a:off x="6901649" y="329"/>
        <a:ext cx="2560480" cy="1536288"/>
      </dsp:txXfrm>
    </dsp:sp>
    <dsp:sp modelId="{C31131E3-86CB-4698-B1DF-AE5BDE159E7E}">
      <dsp:nvSpPr>
        <dsp:cNvPr id="0" name=""/>
        <dsp:cNvSpPr/>
      </dsp:nvSpPr>
      <dsp:spPr>
        <a:xfrm>
          <a:off x="3161548" y="2847952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25980" y="2890728"/>
        <a:ext cx="29445" cy="5889"/>
      </dsp:txXfrm>
    </dsp:sp>
    <dsp:sp modelId="{B971241F-1685-4452-9A31-791B6D1726AC}">
      <dsp:nvSpPr>
        <dsp:cNvPr id="0" name=""/>
        <dsp:cNvSpPr/>
      </dsp:nvSpPr>
      <dsp:spPr>
        <a:xfrm>
          <a:off x="602867" y="2125528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Speech converted into text using Whisper</a:t>
          </a:r>
        </a:p>
      </dsp:txBody>
      <dsp:txXfrm>
        <a:off x="602867" y="2125528"/>
        <a:ext cx="2560480" cy="1536288"/>
      </dsp:txXfrm>
    </dsp:sp>
    <dsp:sp modelId="{D65F3AFF-D192-4AB0-99CC-D8FE3396B815}">
      <dsp:nvSpPr>
        <dsp:cNvPr id="0" name=""/>
        <dsp:cNvSpPr/>
      </dsp:nvSpPr>
      <dsp:spPr>
        <a:xfrm>
          <a:off x="6310939" y="2847952"/>
          <a:ext cx="558310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58310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5371" y="2890728"/>
        <a:ext cx="29445" cy="5889"/>
      </dsp:txXfrm>
    </dsp:sp>
    <dsp:sp modelId="{92CC3476-867B-4AC2-89C4-07310751B56F}">
      <dsp:nvSpPr>
        <dsp:cNvPr id="0" name=""/>
        <dsp:cNvSpPr/>
      </dsp:nvSpPr>
      <dsp:spPr>
        <a:xfrm>
          <a:off x="3752258" y="2125528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NLP analyzes response quality</a:t>
          </a:r>
        </a:p>
      </dsp:txBody>
      <dsp:txXfrm>
        <a:off x="3752258" y="2125528"/>
        <a:ext cx="2560480" cy="1536288"/>
      </dsp:txXfrm>
    </dsp:sp>
    <dsp:sp modelId="{3A8A6F01-D00D-44AA-99E4-49EA4DEF4017}">
      <dsp:nvSpPr>
        <dsp:cNvPr id="0" name=""/>
        <dsp:cNvSpPr/>
      </dsp:nvSpPr>
      <dsp:spPr>
        <a:xfrm>
          <a:off x="6901649" y="2125528"/>
          <a:ext cx="2560480" cy="153628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466" tIns="131698" rIns="125466" bIns="13169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Performance score generated and displayed on dashboard</a:t>
          </a:r>
        </a:p>
      </dsp:txBody>
      <dsp:txXfrm>
        <a:off x="6901649" y="2125528"/>
        <a:ext cx="2560480" cy="153628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81CC95-24F1-46B0-98BD-770A149A049F}">
      <dsp:nvSpPr>
        <dsp:cNvPr id="0" name=""/>
        <dsp:cNvSpPr/>
      </dsp:nvSpPr>
      <dsp:spPr>
        <a:xfrm>
          <a:off x="135944" y="223303"/>
          <a:ext cx="1296487" cy="1296487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ADEB1F-58C9-4437-8A00-CFF41638B377}">
      <dsp:nvSpPr>
        <dsp:cNvPr id="0" name=""/>
        <dsp:cNvSpPr/>
      </dsp:nvSpPr>
      <dsp:spPr>
        <a:xfrm>
          <a:off x="408206" y="495566"/>
          <a:ext cx="751962" cy="7519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2684EF-374D-45E3-A00C-7EBADFDE3A44}">
      <dsp:nvSpPr>
        <dsp:cNvPr id="0" name=""/>
        <dsp:cNvSpPr/>
      </dsp:nvSpPr>
      <dsp:spPr>
        <a:xfrm>
          <a:off x="1710250" y="223303"/>
          <a:ext cx="3056005" cy="12964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Developed AI-based mock interview analysis system</a:t>
          </a:r>
        </a:p>
      </dsp:txBody>
      <dsp:txXfrm>
        <a:off x="1710250" y="223303"/>
        <a:ext cx="3056005" cy="1296487"/>
      </dsp:txXfrm>
    </dsp:sp>
    <dsp:sp modelId="{19A99532-1935-486B-B652-C09D2D6530EF}">
      <dsp:nvSpPr>
        <dsp:cNvPr id="0" name=""/>
        <dsp:cNvSpPr/>
      </dsp:nvSpPr>
      <dsp:spPr>
        <a:xfrm>
          <a:off x="5298741" y="223303"/>
          <a:ext cx="1296487" cy="1296487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330249-0DEF-4E06-A763-0490007D9AFE}">
      <dsp:nvSpPr>
        <dsp:cNvPr id="0" name=""/>
        <dsp:cNvSpPr/>
      </dsp:nvSpPr>
      <dsp:spPr>
        <a:xfrm>
          <a:off x="5571004" y="495566"/>
          <a:ext cx="751962" cy="7519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6299E3-0A94-4189-9D3D-ED0B538E0036}">
      <dsp:nvSpPr>
        <dsp:cNvPr id="0" name=""/>
        <dsp:cNvSpPr/>
      </dsp:nvSpPr>
      <dsp:spPr>
        <a:xfrm>
          <a:off x="6873047" y="223303"/>
          <a:ext cx="3056005" cy="12964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Integrated CNN emotion detection, speech recognition, and NLP</a:t>
          </a:r>
        </a:p>
      </dsp:txBody>
      <dsp:txXfrm>
        <a:off x="6873047" y="223303"/>
        <a:ext cx="3056005" cy="1296487"/>
      </dsp:txXfrm>
    </dsp:sp>
    <dsp:sp modelId="{8F5F13B3-7974-4CC7-AF70-4D78FF3BAD51}">
      <dsp:nvSpPr>
        <dsp:cNvPr id="0" name=""/>
        <dsp:cNvSpPr/>
      </dsp:nvSpPr>
      <dsp:spPr>
        <a:xfrm>
          <a:off x="135944" y="2142355"/>
          <a:ext cx="1296487" cy="1296487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175CBC-25F8-4C98-8012-4EC8296763C2}">
      <dsp:nvSpPr>
        <dsp:cNvPr id="0" name=""/>
        <dsp:cNvSpPr/>
      </dsp:nvSpPr>
      <dsp:spPr>
        <a:xfrm>
          <a:off x="408206" y="2414618"/>
          <a:ext cx="751962" cy="7519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80A981-4653-4361-A8CD-CBE3DB56D5AA}">
      <dsp:nvSpPr>
        <dsp:cNvPr id="0" name=""/>
        <dsp:cNvSpPr/>
      </dsp:nvSpPr>
      <dsp:spPr>
        <a:xfrm>
          <a:off x="1710250" y="2142355"/>
          <a:ext cx="3056005" cy="12964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Automated evaluation of communication behavior</a:t>
          </a:r>
        </a:p>
      </dsp:txBody>
      <dsp:txXfrm>
        <a:off x="1710250" y="2142355"/>
        <a:ext cx="3056005" cy="1296487"/>
      </dsp:txXfrm>
    </dsp:sp>
    <dsp:sp modelId="{3F7FD8F7-319A-4598-A6C7-255882F3060D}">
      <dsp:nvSpPr>
        <dsp:cNvPr id="0" name=""/>
        <dsp:cNvSpPr/>
      </dsp:nvSpPr>
      <dsp:spPr>
        <a:xfrm>
          <a:off x="5298741" y="2142355"/>
          <a:ext cx="1296487" cy="1296487"/>
        </a:xfrm>
        <a:prstGeom prst="ellipse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83631D-4F21-4468-A6D3-F51D1FAA3E6C}">
      <dsp:nvSpPr>
        <dsp:cNvPr id="0" name=""/>
        <dsp:cNvSpPr/>
      </dsp:nvSpPr>
      <dsp:spPr>
        <a:xfrm>
          <a:off x="5571004" y="2414618"/>
          <a:ext cx="751962" cy="75196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65B62F-6F87-426F-91D5-41C5E6CFD0CC}">
      <dsp:nvSpPr>
        <dsp:cNvPr id="0" name=""/>
        <dsp:cNvSpPr/>
      </dsp:nvSpPr>
      <dsp:spPr>
        <a:xfrm>
          <a:off x="6873047" y="2142355"/>
          <a:ext cx="3056005" cy="12964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Helps candidates improve interview performance</a:t>
          </a:r>
        </a:p>
      </dsp:txBody>
      <dsp:txXfrm>
        <a:off x="6873047" y="2142355"/>
        <a:ext cx="3056005" cy="129648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DE8563-B8E7-4B6C-A90E-4701EA20A11F}">
      <dsp:nvSpPr>
        <dsp:cNvPr id="0" name=""/>
        <dsp:cNvSpPr/>
      </dsp:nvSpPr>
      <dsp:spPr>
        <a:xfrm>
          <a:off x="3201425" y="0"/>
          <a:ext cx="3662147" cy="3662147"/>
        </a:xfrm>
        <a:prstGeom prst="diamond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289BD2-2721-43B5-B9A9-5DE816563B6C}">
      <dsp:nvSpPr>
        <dsp:cNvPr id="0" name=""/>
        <dsp:cNvSpPr/>
      </dsp:nvSpPr>
      <dsp:spPr>
        <a:xfrm>
          <a:off x="3549329" y="347903"/>
          <a:ext cx="1428237" cy="1428237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Gesture and body language analysis</a:t>
          </a:r>
        </a:p>
      </dsp:txBody>
      <dsp:txXfrm>
        <a:off x="3619050" y="417624"/>
        <a:ext cx="1288795" cy="1288795"/>
      </dsp:txXfrm>
    </dsp:sp>
    <dsp:sp modelId="{DD12CBA3-E62E-497F-8B67-C3EF2D6624D7}">
      <dsp:nvSpPr>
        <dsp:cNvPr id="0" name=""/>
        <dsp:cNvSpPr/>
      </dsp:nvSpPr>
      <dsp:spPr>
        <a:xfrm>
          <a:off x="5087431" y="347903"/>
          <a:ext cx="1428237" cy="1428237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Real-time interview feedback</a:t>
          </a:r>
        </a:p>
      </dsp:txBody>
      <dsp:txXfrm>
        <a:off x="5157152" y="417624"/>
        <a:ext cx="1288795" cy="1288795"/>
      </dsp:txXfrm>
    </dsp:sp>
    <dsp:sp modelId="{F4014893-963D-4605-923A-55BE94E12F3F}">
      <dsp:nvSpPr>
        <dsp:cNvPr id="0" name=""/>
        <dsp:cNvSpPr/>
      </dsp:nvSpPr>
      <dsp:spPr>
        <a:xfrm>
          <a:off x="3549329" y="1886005"/>
          <a:ext cx="1428237" cy="1428237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AI-generated interview questions</a:t>
          </a:r>
        </a:p>
      </dsp:txBody>
      <dsp:txXfrm>
        <a:off x="3619050" y="1955726"/>
        <a:ext cx="1288795" cy="1288795"/>
      </dsp:txXfrm>
    </dsp:sp>
    <dsp:sp modelId="{E6530305-E5F5-4969-84C4-EF359FCDBBB2}">
      <dsp:nvSpPr>
        <dsp:cNvPr id="0" name=""/>
        <dsp:cNvSpPr/>
      </dsp:nvSpPr>
      <dsp:spPr>
        <a:xfrm>
          <a:off x="5087431" y="1886005"/>
          <a:ext cx="1428237" cy="1428237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Cloud-based deployment for wider access</a:t>
          </a:r>
        </a:p>
      </dsp:txBody>
      <dsp:txXfrm>
        <a:off x="5157152" y="1955726"/>
        <a:ext cx="1288795" cy="12887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0-09-21T21:29:1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8:28:04.0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1 0 32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56D6-F195-48D7-978E-7EE16D4304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946" y="1104900"/>
            <a:ext cx="8376514" cy="3120504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72F42-5C88-4F7D-803B-C371B570D7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08039" y="4442385"/>
            <a:ext cx="6074328" cy="984023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i="0" spc="16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384F3-2D6A-49F6-8F79-F3955E904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9259A-1FE3-4FF9-8A07-BDD8177164ED}" type="datetime4">
              <a:rPr lang="en-US" smtClean="0"/>
              <a:t>March 6,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63F32-CD31-4801-BAE4-09EEB1262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5D34C-49ED-4ADB-8693-73B790764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967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7B333-9E16-4502-96B5-3F586B7E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0795-5EC7-4FF8-9FC7-22AFA3C5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2DA5B-9862-4A23-8FEC-5C1ABC2E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506456" y="5074920"/>
            <a:ext cx="2647667" cy="365125"/>
          </a:xfrm>
        </p:spPr>
        <p:txBody>
          <a:bodyPr/>
          <a:lstStyle/>
          <a:p>
            <a:fld id="{5D340FED-6E95-4177-A7EF-CD303B9E611D}" type="datetime4">
              <a:rPr lang="en-US" smtClean="0"/>
              <a:t>March 6,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D9A4B-0DA7-46BB-9DCE-3F26075C4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10451592" y="1408176"/>
            <a:ext cx="27704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A7C47-81AC-431C-A7C3-2BC71AD14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58016" y="3136392"/>
            <a:ext cx="545911" cy="580029"/>
          </a:xfrm>
        </p:spPr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86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2E47-4DC7-46C4-9407-FA4CF7E0A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13" y="1709738"/>
            <a:ext cx="9087774" cy="3438524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F7B502-122E-4177-A408-FC436A25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2513" y="5148262"/>
            <a:ext cx="8844522" cy="113823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29696-2AEF-4765-B33E-7DA328E4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962CB-39AD-45A9-800F-54DAB53D6021}" type="datetime4">
              <a:rPr lang="en-US" smtClean="0"/>
              <a:t>March 6,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9B2E4-2F1C-4FEE-AAB2-4FCC3EEFD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7D4B8-E107-480A-AA17-261CA49B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471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BAE8-3305-4F08-BECB-56AD7FD4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021AC-6D8D-4D24-8B01-8AE8F41BE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0878" y="1825624"/>
            <a:ext cx="4473622" cy="4460875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02920">
              <a:defRPr/>
            </a:lvl3pPr>
            <a:lvl4pPr marL="548640" indent="0">
              <a:buFontTx/>
              <a:buNone/>
              <a:defRPr/>
            </a:lvl4pPr>
            <a:lvl5pPr marL="73152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7F49C-3DB3-40B7-89B3-E3BC32FC11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4540" y="1825624"/>
            <a:ext cx="5016943" cy="44608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E33D58-BDF5-4F1F-806B-0491CB362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DF93D-55AB-4606-B9D7-742F1FC51983}" type="datetime4">
              <a:rPr lang="en-US" smtClean="0"/>
              <a:t>March 6,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8BCBFD-1FE1-441A-B3AF-C3E7E7B8D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CE272-E6FB-455B-BACB-2471D66D9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2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3A4FB-9EF5-4D6C-A275-2DE1077A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1563" y="1835219"/>
            <a:ext cx="445293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9972A-4D34-4A9F-84EB-8D64A703B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1562" y="2717801"/>
            <a:ext cx="4452938" cy="3559452"/>
          </a:xfrm>
        </p:spPr>
        <p:txBody>
          <a:bodyPr/>
          <a:lstStyle>
            <a:lvl2pPr marL="274320" indent="0">
              <a:buFontTx/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BBDDE3-C8D7-4600-8259-24E1F8118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844540" y="1835219"/>
            <a:ext cx="5016943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649FFF-44C7-4256-AFE1-C5457C7AB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44540" y="2717800"/>
            <a:ext cx="5016943" cy="3559453"/>
          </a:xfrm>
        </p:spPr>
        <p:txBody>
          <a:bodyPr/>
          <a:lstStyle>
            <a:lvl2pPr marL="457200" indent="0">
              <a:buNone/>
              <a:defRPr/>
            </a:lvl2pPr>
            <a:lvl3pPr marL="548640">
              <a:defRPr/>
            </a:lvl3pPr>
            <a:lvl4pPr marL="594360" indent="0">
              <a:buFontTx/>
              <a:buNone/>
              <a:defRPr/>
            </a:lvl4pPr>
            <a:lvl5pPr marL="82296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EC6ACF-080E-4B7C-B0C0-77E90C16E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2841D-FB5C-47AB-B2FF-32E855C1EA71}" type="datetime4">
              <a:rPr lang="en-US" smtClean="0"/>
              <a:t>March 6,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68C0B-BC90-4ADA-B6E6-2B30BFF9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CE559-C82B-4E27-965B-4AC3C66F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752B99E-38EC-4745-889B-124D3475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4131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DE7304-D393-47F0-ACCC-1F72EFCCE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37E9-D174-424D-BEE8-AFC4CA5F9F97}" type="datetime4">
              <a:rPr lang="en-US" smtClean="0"/>
              <a:t>March 6,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451FF-032D-4787-BA4B-5EB415494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511D-7256-4A08-BF62-3B3F821A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CDA27-1C47-4EA1-A160-EC91FD88B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67664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DE8ADA-7BF8-433A-8770-61C690F3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A44C0-F7AC-49C2-8289-1E7A86D9FB50}" type="datetime4">
              <a:rPr lang="en-US" smtClean="0"/>
              <a:t>March 6,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57B86-EC22-49C6-BBC6-639D57D1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3764B-CF91-4C81-B4C3-5B5E5A97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984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E4801-B0C7-4458-B413-24D6E68FA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33" y="457200"/>
            <a:ext cx="4170355" cy="191750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0C76-733A-488A-89FB-7D04FD64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637" y="457200"/>
            <a:ext cx="5562601" cy="59436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5B9DE-016A-4B31-BB52-99C76E28B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33" y="2374708"/>
            <a:ext cx="4170355" cy="40260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D6CC3-66DD-4D9A-A9C7-F588BA88C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B84BC-6E78-40D1-8831-40AB1F596614}" type="datetime4">
              <a:rPr lang="en-US" smtClean="0"/>
              <a:t>March 6,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359FC8-04EF-4F7D-8E43-4EE0E95DA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1C964-4227-4DEE-87A1-026162DD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2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EB4E-D4BB-4C86-A820-63474E5A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2038" y="457199"/>
            <a:ext cx="3913241" cy="19288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FA99A1-8FAF-415D-A399-1B2C2A0F2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57752" y="457200"/>
            <a:ext cx="6110288" cy="5943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A15BEE-9915-4637-85A2-2AF2872C72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2038" y="2386013"/>
            <a:ext cx="3913241" cy="40147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73427C-3B67-4ED4-925D-04B9C09A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A080F-3961-4D42-BEDE-84A1FED032F1}" type="datetime4">
              <a:rPr lang="en-US" smtClean="0"/>
              <a:t>March 6,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5DAFD-22DE-4E9E-9C72-B16C1F273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E8EE99-49CC-4A30-8ADA-39EFD8DAA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93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0171A2-02C1-4543-8B6B-FCF7E6971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50879" y="1825625"/>
            <a:ext cx="9810604" cy="45166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027C-A386-44E4-AFE1-33AFFDA3A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C3C8F-D4A7-4EAD-92AD-82C91CB8BB85}" type="datetime4">
              <a:rPr lang="en-US" smtClean="0"/>
              <a:t>March 6,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BF710-0558-4457-825D-48713CAED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7F93D-5DC3-4C36-AEB0-79CDB15C3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7CFC0C8-11FE-4003-B2D6-B7B8E2790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04218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B41C5-3638-439D-BA61-4DAA142226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464025"/>
            <a:ext cx="2161540" cy="58002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B91A0-A376-483C-926E-189F376E5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64023"/>
            <a:ext cx="7886700" cy="58002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4134E-B7D5-4664-BB2E-6A98ED630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11D41-E33C-4BC7-8272-37E8417FD097}" type="datetime4">
              <a:rPr lang="en-US" smtClean="0"/>
              <a:t>March 6,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4E2A-B1CE-4F2E-9D9A-D47E514D5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7C304-46A8-4179-87A2-B8CC10B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EF59-F28E-467C-9EA3-92D1CFAD47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140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customXml" Target="../ink/ink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erson in a dark room&#10;&#10;Description automatically generated">
            <a:extLst>
              <a:ext uri="{FF2B5EF4-FFF2-40B4-BE49-F238E27FC236}">
                <a16:creationId xmlns:a16="http://schemas.microsoft.com/office/drawing/2014/main" id="{DEB2E8C4-C3E7-4048-A43D-9859510CFA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BD2E1-C16B-4996-869C-DD03823A8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DB6A-ED8E-4755-BC7A-B7AA65244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0879" y="1825624"/>
            <a:ext cx="9810604" cy="4428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5CE27-B558-4B88-ACE3-B70423127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509243" y="5071825"/>
            <a:ext cx="26476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A33960BD-7AC1-4217-9611-AAA56D3EE38F}" type="datetime4">
              <a:rPr lang="en-US" smtClean="0"/>
              <a:pPr/>
              <a:t>March 6, 2026</a:t>
            </a:fld>
            <a:endParaRPr lang="en-US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E5D61-F203-4F00-9CF1-AB0AE4937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47827" y="1407402"/>
            <a:ext cx="27704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cap="all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endParaRPr lang="en-US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38BD-5F38-4F6E-B5DD-EB1AF0600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0121" y="3138985"/>
            <a:ext cx="545911" cy="5800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</a:lstStyle>
          <a:p>
            <a:fld id="{9D4AEF59-F28E-467C-9EA3-92D1CFAD475A}" type="slidenum">
              <a:rPr lang="en-US" smtClean="0"/>
              <a:pPr/>
              <a:t>‹#›</a:t>
            </a:fld>
            <a:endParaRPr lang="en-US">
              <a:latin typeface="+mn-lt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14:cNvPr>
              <p14:cNvContentPartPr/>
              <p14:nvPr/>
            </p14:nvContentPartPr>
            <p14:xfrm>
              <a:off x="12490710" y="6342652"/>
              <a:ext cx="360" cy="3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41080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26" r:id="rId7"/>
    <p:sldLayoutId id="2147483727" r:id="rId8"/>
    <p:sldLayoutId id="2147483728" r:id="rId9"/>
    <p:sldLayoutId id="2147483735" r:id="rId10"/>
    <p:sldLayoutId id="2147483736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2800" kern="1200" cap="all" spc="600" baseline="0">
          <a:solidFill>
            <a:schemeClr val="tx1">
              <a:lumMod val="85000"/>
              <a:lumOff val="15000"/>
            </a:schemeClr>
          </a:solidFill>
          <a:latin typeface="+mj-lt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1pPr>
      <a:lvl2pPr marL="274320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8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2pPr>
      <a:lvl3pPr marL="605790" indent="-28575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3pPr>
      <a:lvl4pPr marL="630936" indent="0" algn="l" defTabSz="914400" rtl="0" eaLnBrk="1" latinLnBrk="0" hangingPunct="1">
        <a:lnSpc>
          <a:spcPct val="100000"/>
        </a:lnSpc>
        <a:spcBef>
          <a:spcPts val="500"/>
        </a:spcBef>
        <a:buFontTx/>
        <a:buNone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4pPr>
      <a:lvl5pPr marL="82296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 spc="50" baseline="0">
          <a:solidFill>
            <a:schemeClr val="tx1">
              <a:lumMod val="85000"/>
              <a:lumOff val="15000"/>
            </a:schemeClr>
          </a:solidFill>
          <a:latin typeface="+mn-lt"/>
          <a:ea typeface="Batang" panose="02030600000101010101" pitchFamily="18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DEB2E8C4-C3E7-4048-A43D-9859510CF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744" y="0"/>
            <a:ext cx="1286256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14:cNvPr>
              <p14:cNvContentPartPr>
                <a14:cpLocks xmlns:a14="http://schemas.microsoft.com/office/drawing/2010/main" noGrp="1" noRot="1" noChangeAspect="1" noMove="1" noResize="1" noEditPoints="1" noAdjustHandles="1" noChangeArrowheads="1" noChangeShapeType="1"/>
              </p14:cNvContentPartPr>
              <p14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14:nvPr>
            </p14:nvContentPartPr>
            <p14:xfrm>
              <a:off x="12490710" y="6342652"/>
              <a:ext cx="360" cy="3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4D29CCB-7956-4E3E-8880-304085F04B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81710" y="6333652"/>
                <a:ext cx="18000" cy="18000"/>
              </a:xfrm>
              <a:prstGeom prst="rect">
                <a:avLst/>
              </a:prstGeom>
            </p:spPr>
          </p:pic>
        </mc:Fallback>
      </mc:AlternateContent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02473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0879" y="609601"/>
            <a:ext cx="6967181" cy="12160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dirty="0"/>
              <a:t>AI-Based Interview Performance Analyzer using CNN and NLP</a:t>
            </a:r>
            <a:endParaRPr lang="en-US" sz="2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0879" y="2147356"/>
            <a:ext cx="6967181" cy="41070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1700" spc="50" dirty="0">
                <a:ea typeface="Batang"/>
              </a:rPr>
              <a:t>Mohammad </a:t>
            </a:r>
            <a:r>
              <a:rPr lang="en-US" sz="1700" spc="50" dirty="0" err="1">
                <a:ea typeface="Batang"/>
              </a:rPr>
              <a:t>Alquamah</a:t>
            </a:r>
            <a:r>
              <a:rPr lang="en-US" sz="1700" spc="50" dirty="0">
                <a:ea typeface="Batang"/>
              </a:rPr>
              <a:t> Ansari</a:t>
            </a:r>
          </a:p>
          <a:p>
            <a:pPr algn="l">
              <a:lnSpc>
                <a:spcPct val="90000"/>
              </a:lnSpc>
            </a:pPr>
            <a:r>
              <a:rPr lang="en-US" sz="1700" spc="50" dirty="0">
                <a:ea typeface="Batang"/>
              </a:rPr>
              <a:t>Reg No: 230377165077</a:t>
            </a:r>
          </a:p>
          <a:p>
            <a:pPr algn="l">
              <a:lnSpc>
                <a:spcPct val="90000"/>
              </a:lnSpc>
            </a:pPr>
            <a:r>
              <a:rPr lang="en-US" sz="1700" spc="50" dirty="0" err="1">
                <a:ea typeface="Batang"/>
              </a:rPr>
              <a:t>B.Sc</a:t>
            </a:r>
            <a:r>
              <a:rPr lang="en-US" sz="1700" spc="50" dirty="0">
                <a:ea typeface="Batang"/>
              </a:rPr>
              <a:t> Artificial Intelligence</a:t>
            </a:r>
          </a:p>
          <a:p>
            <a:pPr algn="l">
              <a:lnSpc>
                <a:spcPct val="90000"/>
              </a:lnSpc>
            </a:pPr>
            <a:endParaRPr lang="en-US" sz="1700" spc="50"/>
          </a:p>
          <a:p>
            <a:pPr algn="l">
              <a:lnSpc>
                <a:spcPct val="90000"/>
              </a:lnSpc>
            </a:pPr>
            <a:r>
              <a:rPr lang="en-US" sz="1700" spc="50" dirty="0">
                <a:ea typeface="Batang"/>
              </a:rPr>
              <a:t>Under the Guidance of</a:t>
            </a:r>
            <a:br>
              <a:rPr lang="en-US" sz="1700" spc="50" dirty="0"/>
            </a:br>
            <a:r>
              <a:rPr lang="en-US" sz="1700" spc="50" dirty="0">
                <a:ea typeface="Batang"/>
              </a:rPr>
              <a:t>Mr. K. Pavan Kumar</a:t>
            </a:r>
            <a:br>
              <a:rPr lang="en-US" sz="1700" spc="50" dirty="0"/>
            </a:br>
            <a:r>
              <a:rPr lang="en-US" sz="1700" spc="50" dirty="0">
                <a:ea typeface="Batang"/>
              </a:rPr>
              <a:t>(Tanvika Solutions Pvt. Ltd.)</a:t>
            </a:r>
          </a:p>
          <a:p>
            <a:pPr algn="l">
              <a:lnSpc>
                <a:spcPct val="90000"/>
              </a:lnSpc>
            </a:pPr>
            <a:endParaRPr lang="en-US" sz="1700" spc="50"/>
          </a:p>
          <a:p>
            <a:pPr algn="l">
              <a:lnSpc>
                <a:spcPct val="90000"/>
              </a:lnSpc>
            </a:pPr>
            <a:r>
              <a:rPr lang="en-US" sz="1700" spc="50" dirty="0">
                <a:ea typeface="Batang"/>
              </a:rPr>
              <a:t>Internal Guide</a:t>
            </a:r>
            <a:br>
              <a:rPr lang="en-US" sz="1700" spc="50" dirty="0"/>
            </a:br>
            <a:r>
              <a:rPr lang="en-US" sz="1700" spc="50" dirty="0">
                <a:ea typeface="Batang"/>
              </a:rPr>
              <a:t>Mr. Veera Sai Gadi</a:t>
            </a:r>
            <a:br>
              <a:rPr lang="en-US" sz="1700" spc="50" dirty="0">
                <a:ea typeface="Batang"/>
              </a:rPr>
            </a:br>
            <a:r>
              <a:rPr lang="en-US" sz="1700" spc="50" dirty="0">
                <a:ea typeface="Batang"/>
              </a:rPr>
              <a:t>Lecturer in Artificial Intelligence</a:t>
            </a:r>
            <a:endParaRPr lang="en-US" sz="1700" spc="50" dirty="0"/>
          </a:p>
          <a:p>
            <a:pPr algn="l">
              <a:lnSpc>
                <a:spcPct val="90000"/>
              </a:lnSpc>
            </a:pPr>
            <a:r>
              <a:rPr lang="en-US" sz="1700" spc="50" dirty="0">
                <a:ea typeface="Batang"/>
              </a:rPr>
              <a:t>Aditya Degree College, Kakinada</a:t>
            </a:r>
            <a:br>
              <a:rPr lang="en-US" sz="1700" spc="50" dirty="0"/>
            </a:br>
            <a:r>
              <a:rPr lang="en-US" sz="1700" spc="50" dirty="0">
                <a:ea typeface="Batang"/>
              </a:rPr>
              <a:t>(2025 – 2026)</a:t>
            </a:r>
          </a:p>
          <a:p>
            <a:pPr algn="l">
              <a:lnSpc>
                <a:spcPct val="90000"/>
              </a:lnSpc>
            </a:pPr>
            <a:endParaRPr lang="en-US" sz="1700" spc="5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6512C0-0F0B-E612-9316-4054F57DF59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809" r="13976"/>
          <a:stretch>
            <a:fillRect/>
          </a:stretch>
        </p:blipFill>
        <p:spPr>
          <a:xfrm>
            <a:off x="7968222" y="2"/>
            <a:ext cx="4223778" cy="6865951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EED024-1CF6-835C-7890-655942B96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latin typeface="Bembo"/>
                <a:ea typeface="Calibri"/>
                <a:cs typeface="Calibri"/>
              </a:rPr>
              <a:t>Abstract</a:t>
            </a:r>
            <a:endParaRPr lang="en-US">
              <a:latin typeface="Bembo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823A3-3A14-0376-AC4B-7FF427F93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9995" y="733425"/>
            <a:ext cx="4889480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Bembo"/>
                <a:ea typeface="Calibri"/>
                <a:cs typeface="Calibri"/>
              </a:rPr>
              <a:t>AI-based system for analyzing interview performance</a:t>
            </a:r>
            <a:endParaRPr lang="en-US">
              <a:latin typeface="Bembo"/>
            </a:endParaRPr>
          </a:p>
          <a:p>
            <a:r>
              <a:rPr lang="en-US">
                <a:latin typeface="Bembo"/>
                <a:ea typeface="Calibri"/>
                <a:cs typeface="Calibri"/>
              </a:rPr>
              <a:t>Uses facial emotion detection, speech analysis, and NLP</a:t>
            </a:r>
            <a:endParaRPr lang="en-US">
              <a:latin typeface="Bembo"/>
            </a:endParaRPr>
          </a:p>
          <a:p>
            <a:r>
              <a:rPr lang="en-US">
                <a:latin typeface="Bembo"/>
                <a:ea typeface="Calibri"/>
                <a:cs typeface="Calibri"/>
              </a:rPr>
              <a:t>Captures candidate responses using webcam and microphone</a:t>
            </a:r>
            <a:endParaRPr lang="en-US">
              <a:latin typeface="Bembo"/>
            </a:endParaRPr>
          </a:p>
          <a:p>
            <a:r>
              <a:rPr lang="en-US">
                <a:latin typeface="Bembo"/>
                <a:ea typeface="Calibri"/>
                <a:cs typeface="Calibri"/>
              </a:rPr>
              <a:t>Generates interview performance metrics and feedback</a:t>
            </a:r>
            <a:endParaRPr lang="en-US">
              <a:latin typeface="Bembo"/>
            </a:endParaRPr>
          </a:p>
          <a:p>
            <a:r>
              <a:rPr lang="en-US">
                <a:latin typeface="Bembo"/>
                <a:ea typeface="Calibri"/>
                <a:cs typeface="Calibri"/>
              </a:rPr>
              <a:t>Helps candidates improve communication and interview skills</a:t>
            </a:r>
            <a:endParaRPr lang="en-US">
              <a:latin typeface="Bembo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70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A0D747-F38B-4A99-9985-62CE8C247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1BF32B-6CA3-4695-8A0C-1AC789B58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5277870" cy="6858000"/>
          </a:xfrm>
          <a:custGeom>
            <a:avLst/>
            <a:gdLst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0 w 5434004"/>
              <a:gd name="connsiteY4" fmla="*/ 6857998 h 6858000"/>
              <a:gd name="connsiteX5" fmla="*/ 1049407 w 5434004"/>
              <a:gd name="connsiteY5" fmla="*/ 6857998 h 6858000"/>
              <a:gd name="connsiteX6" fmla="*/ 1033092 w 5434004"/>
              <a:gd name="connsiteY6" fmla="*/ 6843615 h 6858000"/>
              <a:gd name="connsiteX7" fmla="*/ 1004585 w 5434004"/>
              <a:gd name="connsiteY7" fmla="*/ 6800899 h 6858000"/>
              <a:gd name="connsiteX8" fmla="*/ 984086 w 5434004"/>
              <a:gd name="connsiteY8" fmla="*/ 6765441 h 6858000"/>
              <a:gd name="connsiteX9" fmla="*/ 955964 w 5434004"/>
              <a:gd name="connsiteY9" fmla="*/ 6739541 h 6858000"/>
              <a:gd name="connsiteX10" fmla="*/ 945820 w 5434004"/>
              <a:gd name="connsiteY10" fmla="*/ 6673829 h 6858000"/>
              <a:gd name="connsiteX11" fmla="*/ 921540 w 5434004"/>
              <a:gd name="connsiteY11" fmla="*/ 6620155 h 6858000"/>
              <a:gd name="connsiteX12" fmla="*/ 876436 w 5434004"/>
              <a:gd name="connsiteY12" fmla="*/ 6610437 h 6858000"/>
              <a:gd name="connsiteX13" fmla="*/ 876973 w 5434004"/>
              <a:gd name="connsiteY13" fmla="*/ 6596307 h 6858000"/>
              <a:gd name="connsiteX14" fmla="*/ 893782 w 5434004"/>
              <a:gd name="connsiteY14" fmla="*/ 6536039 h 6858000"/>
              <a:gd name="connsiteX15" fmla="*/ 830281 w 5434004"/>
              <a:gd name="connsiteY15" fmla="*/ 6239239 h 6858000"/>
              <a:gd name="connsiteX16" fmla="*/ 816373 w 5434004"/>
              <a:gd name="connsiteY16" fmla="*/ 6116986 h 6858000"/>
              <a:gd name="connsiteX17" fmla="*/ 788606 w 5434004"/>
              <a:gd name="connsiteY17" fmla="*/ 5895434 h 6858000"/>
              <a:gd name="connsiteX18" fmla="*/ 762315 w 5434004"/>
              <a:gd name="connsiteY18" fmla="*/ 5848019 h 6858000"/>
              <a:gd name="connsiteX19" fmla="*/ 714842 w 5434004"/>
              <a:gd name="connsiteY19" fmla="*/ 5722306 h 6858000"/>
              <a:gd name="connsiteX20" fmla="*/ 679500 w 5434004"/>
              <a:gd name="connsiteY20" fmla="*/ 5528085 h 6858000"/>
              <a:gd name="connsiteX21" fmla="*/ 660956 w 5434004"/>
              <a:gd name="connsiteY21" fmla="*/ 5506768 h 6858000"/>
              <a:gd name="connsiteX22" fmla="*/ 642957 w 5434004"/>
              <a:gd name="connsiteY22" fmla="*/ 5473318 h 6858000"/>
              <a:gd name="connsiteX23" fmla="*/ 602099 w 5434004"/>
              <a:gd name="connsiteY23" fmla="*/ 5418521 h 6858000"/>
              <a:gd name="connsiteX24" fmla="*/ 563009 w 5434004"/>
              <a:gd name="connsiteY24" fmla="*/ 5337536 h 6858000"/>
              <a:gd name="connsiteX25" fmla="*/ 584675 w 5434004"/>
              <a:gd name="connsiteY25" fmla="*/ 5255190 h 6858000"/>
              <a:gd name="connsiteX26" fmla="*/ 564878 w 5434004"/>
              <a:gd name="connsiteY26" fmla="*/ 5208171 h 6858000"/>
              <a:gd name="connsiteX27" fmla="*/ 540145 w 5434004"/>
              <a:gd name="connsiteY27" fmla="*/ 4993731 h 6858000"/>
              <a:gd name="connsiteX28" fmla="*/ 512099 w 5434004"/>
              <a:gd name="connsiteY28" fmla="*/ 4896399 h 6858000"/>
              <a:gd name="connsiteX29" fmla="*/ 482378 w 5434004"/>
              <a:gd name="connsiteY29" fmla="*/ 4838613 h 6858000"/>
              <a:gd name="connsiteX30" fmla="*/ 468676 w 5434004"/>
              <a:gd name="connsiteY30" fmla="*/ 4796522 h 6858000"/>
              <a:gd name="connsiteX31" fmla="*/ 430881 w 5434004"/>
              <a:gd name="connsiteY31" fmla="*/ 4672370 h 6858000"/>
              <a:gd name="connsiteX32" fmla="*/ 415292 w 5434004"/>
              <a:gd name="connsiteY32" fmla="*/ 4634253 h 6858000"/>
              <a:gd name="connsiteX33" fmla="*/ 348919 w 5434004"/>
              <a:gd name="connsiteY33" fmla="*/ 4549232 h 6858000"/>
              <a:gd name="connsiteX34" fmla="*/ 292438 w 5434004"/>
              <a:gd name="connsiteY34" fmla="*/ 4479912 h 6858000"/>
              <a:gd name="connsiteX35" fmla="*/ 283567 w 5434004"/>
              <a:gd name="connsiteY35" fmla="*/ 4376609 h 6858000"/>
              <a:gd name="connsiteX36" fmla="*/ 247018 w 5434004"/>
              <a:gd name="connsiteY36" fmla="*/ 4280257 h 6858000"/>
              <a:gd name="connsiteX37" fmla="*/ 243154 w 5434004"/>
              <a:gd name="connsiteY37" fmla="*/ 4208492 h 6858000"/>
              <a:gd name="connsiteX38" fmla="*/ 267243 w 5434004"/>
              <a:gd name="connsiteY38" fmla="*/ 4120636 h 6858000"/>
              <a:gd name="connsiteX39" fmla="*/ 274676 w 5434004"/>
              <a:gd name="connsiteY39" fmla="*/ 4116556 h 6858000"/>
              <a:gd name="connsiteX40" fmla="*/ 274016 w 5434004"/>
              <a:gd name="connsiteY40" fmla="*/ 4109625 h 6858000"/>
              <a:gd name="connsiteX41" fmla="*/ 266711 w 5434004"/>
              <a:gd name="connsiteY41" fmla="*/ 4105624 h 6858000"/>
              <a:gd name="connsiteX42" fmla="*/ 267360 w 5434004"/>
              <a:gd name="connsiteY42" fmla="*/ 4051441 h 6858000"/>
              <a:gd name="connsiteX43" fmla="*/ 280863 w 5434004"/>
              <a:gd name="connsiteY43" fmla="*/ 3988494 h 6858000"/>
              <a:gd name="connsiteX44" fmla="*/ 254473 w 5434004"/>
              <a:gd name="connsiteY44" fmla="*/ 3926485 h 6858000"/>
              <a:gd name="connsiteX45" fmla="*/ 238942 w 5434004"/>
              <a:gd name="connsiteY45" fmla="*/ 3857057 h 6858000"/>
              <a:gd name="connsiteX46" fmla="*/ 229388 w 5434004"/>
              <a:gd name="connsiteY46" fmla="*/ 3815650 h 6858000"/>
              <a:gd name="connsiteX47" fmla="*/ 224025 w 5434004"/>
              <a:gd name="connsiteY47" fmla="*/ 3696745 h 6858000"/>
              <a:gd name="connsiteX48" fmla="*/ 242028 w 5434004"/>
              <a:gd name="connsiteY48" fmla="*/ 3477814 h 6858000"/>
              <a:gd name="connsiteX49" fmla="*/ 239663 w 5434004"/>
              <a:gd name="connsiteY49" fmla="*/ 3375354 h 6858000"/>
              <a:gd name="connsiteX50" fmla="*/ 242939 w 5434004"/>
              <a:gd name="connsiteY50" fmla="*/ 3235494 h 6858000"/>
              <a:gd name="connsiteX51" fmla="*/ 235466 w 5434004"/>
              <a:gd name="connsiteY51" fmla="*/ 3111896 h 6858000"/>
              <a:gd name="connsiteX52" fmla="*/ 225859 w 5434004"/>
              <a:gd name="connsiteY52" fmla="*/ 3061665 h 6858000"/>
              <a:gd name="connsiteX53" fmla="*/ 214543 w 5434004"/>
              <a:gd name="connsiteY53" fmla="*/ 3026187 h 6858000"/>
              <a:gd name="connsiteX54" fmla="*/ 209002 w 5434004"/>
              <a:gd name="connsiteY54" fmla="*/ 2930097 h 6858000"/>
              <a:gd name="connsiteX55" fmla="*/ 209539 w 5434004"/>
              <a:gd name="connsiteY55" fmla="*/ 2768399 h 6858000"/>
              <a:gd name="connsiteX56" fmla="*/ 207490 w 5434004"/>
              <a:gd name="connsiteY56" fmla="*/ 2734615 h 6858000"/>
              <a:gd name="connsiteX57" fmla="*/ 197130 w 5434004"/>
              <a:gd name="connsiteY57" fmla="*/ 2708116 h 6858000"/>
              <a:gd name="connsiteX58" fmla="*/ 187231 w 5434004"/>
              <a:gd name="connsiteY58" fmla="*/ 2704185 h 6858000"/>
              <a:gd name="connsiteX59" fmla="*/ 184723 w 5434004"/>
              <a:gd name="connsiteY59" fmla="*/ 2686011 h 6858000"/>
              <a:gd name="connsiteX60" fmla="*/ 169929 w 5434004"/>
              <a:gd name="connsiteY60" fmla="*/ 2656504 h 6858000"/>
              <a:gd name="connsiteX61" fmla="*/ 188242 w 5434004"/>
              <a:gd name="connsiteY61" fmla="*/ 2589493 h 6858000"/>
              <a:gd name="connsiteX62" fmla="*/ 189125 w 5434004"/>
              <a:gd name="connsiteY62" fmla="*/ 2457617 h 6858000"/>
              <a:gd name="connsiteX63" fmla="*/ 195205 w 5434004"/>
              <a:gd name="connsiteY63" fmla="*/ 2210817 h 6858000"/>
              <a:gd name="connsiteX64" fmla="*/ 175797 w 5434004"/>
              <a:gd name="connsiteY64" fmla="*/ 1901521 h 6858000"/>
              <a:gd name="connsiteX65" fmla="*/ 156134 w 5434004"/>
              <a:gd name="connsiteY65" fmla="*/ 1700722 h 6858000"/>
              <a:gd name="connsiteX66" fmla="*/ 174157 w 5434004"/>
              <a:gd name="connsiteY66" fmla="*/ 1661610 h 6858000"/>
              <a:gd name="connsiteX67" fmla="*/ 180802 w 5434004"/>
              <a:gd name="connsiteY67" fmla="*/ 1640073 h 6858000"/>
              <a:gd name="connsiteX68" fmla="*/ 179221 w 5434004"/>
              <a:gd name="connsiteY68" fmla="*/ 1637398 h 6858000"/>
              <a:gd name="connsiteX69" fmla="*/ 179826 w 5434004"/>
              <a:gd name="connsiteY69" fmla="*/ 1612248 h 6858000"/>
              <a:gd name="connsiteX70" fmla="*/ 198048 w 5434004"/>
              <a:gd name="connsiteY70" fmla="*/ 1498097 h 6858000"/>
              <a:gd name="connsiteX71" fmla="*/ 196329 w 5434004"/>
              <a:gd name="connsiteY71" fmla="*/ 1497364 h 6858000"/>
              <a:gd name="connsiteX72" fmla="*/ 193204 w 5434004"/>
              <a:gd name="connsiteY72" fmla="*/ 1490042 h 6858000"/>
              <a:gd name="connsiteX73" fmla="*/ 211154 w 5434004"/>
              <a:gd name="connsiteY73" fmla="*/ 1451416 h 6858000"/>
              <a:gd name="connsiteX74" fmla="*/ 247750 w 5434004"/>
              <a:gd name="connsiteY74" fmla="*/ 1281781 h 6858000"/>
              <a:gd name="connsiteX75" fmla="*/ 323114 w 5434004"/>
              <a:gd name="connsiteY75" fmla="*/ 1074754 h 6858000"/>
              <a:gd name="connsiteX76" fmla="*/ 357209 w 5434004"/>
              <a:gd name="connsiteY76" fmla="*/ 1019094 h 6858000"/>
              <a:gd name="connsiteX77" fmla="*/ 393176 w 5434004"/>
              <a:gd name="connsiteY77" fmla="*/ 938921 h 6858000"/>
              <a:gd name="connsiteX78" fmla="*/ 451503 w 5434004"/>
              <a:gd name="connsiteY78" fmla="*/ 815814 h 6858000"/>
              <a:gd name="connsiteX79" fmla="*/ 567587 w 5434004"/>
              <a:gd name="connsiteY79" fmla="*/ 584070 h 6858000"/>
              <a:gd name="connsiteX80" fmla="*/ 592609 w 5434004"/>
              <a:gd name="connsiteY80" fmla="*/ 461805 h 6858000"/>
              <a:gd name="connsiteX81" fmla="*/ 624563 w 5434004"/>
              <a:gd name="connsiteY81" fmla="*/ 360945 h 6858000"/>
              <a:gd name="connsiteX82" fmla="*/ 627056 w 5434004"/>
              <a:gd name="connsiteY82" fmla="*/ 226335 h 6858000"/>
              <a:gd name="connsiteX83" fmla="*/ 655851 w 5434004"/>
              <a:gd name="connsiteY83" fmla="*/ 51690 h 6858000"/>
              <a:gd name="connsiteX84" fmla="*/ 653984 w 5434004"/>
              <a:gd name="connsiteY84" fmla="*/ 22133 h 6858000"/>
              <a:gd name="connsiteX85" fmla="*/ 643279 w 5434004"/>
              <a:gd name="connsiteY85" fmla="*/ 1037 h 6858000"/>
              <a:gd name="connsiteX0" fmla="*/ 643741 w 5434004"/>
              <a:gd name="connsiteY0" fmla="*/ 0 h 6858000"/>
              <a:gd name="connsiteX1" fmla="*/ 5434004 w 5434004"/>
              <a:gd name="connsiteY1" fmla="*/ 0 h 6858000"/>
              <a:gd name="connsiteX2" fmla="*/ 5434004 w 5434004"/>
              <a:gd name="connsiteY2" fmla="*/ 6858000 h 6858000"/>
              <a:gd name="connsiteX3" fmla="*/ 0 w 5434004"/>
              <a:gd name="connsiteY3" fmla="*/ 6858000 h 6858000"/>
              <a:gd name="connsiteX4" fmla="*/ 1049407 w 5434004"/>
              <a:gd name="connsiteY4" fmla="*/ 6857998 h 6858000"/>
              <a:gd name="connsiteX5" fmla="*/ 1033092 w 5434004"/>
              <a:gd name="connsiteY5" fmla="*/ 6843615 h 6858000"/>
              <a:gd name="connsiteX6" fmla="*/ 1004585 w 5434004"/>
              <a:gd name="connsiteY6" fmla="*/ 6800899 h 6858000"/>
              <a:gd name="connsiteX7" fmla="*/ 984086 w 5434004"/>
              <a:gd name="connsiteY7" fmla="*/ 6765441 h 6858000"/>
              <a:gd name="connsiteX8" fmla="*/ 955964 w 5434004"/>
              <a:gd name="connsiteY8" fmla="*/ 6739541 h 6858000"/>
              <a:gd name="connsiteX9" fmla="*/ 945820 w 5434004"/>
              <a:gd name="connsiteY9" fmla="*/ 6673829 h 6858000"/>
              <a:gd name="connsiteX10" fmla="*/ 921540 w 5434004"/>
              <a:gd name="connsiteY10" fmla="*/ 6620155 h 6858000"/>
              <a:gd name="connsiteX11" fmla="*/ 876436 w 5434004"/>
              <a:gd name="connsiteY11" fmla="*/ 6610437 h 6858000"/>
              <a:gd name="connsiteX12" fmla="*/ 876973 w 5434004"/>
              <a:gd name="connsiteY12" fmla="*/ 6596307 h 6858000"/>
              <a:gd name="connsiteX13" fmla="*/ 893782 w 5434004"/>
              <a:gd name="connsiteY13" fmla="*/ 6536039 h 6858000"/>
              <a:gd name="connsiteX14" fmla="*/ 830281 w 5434004"/>
              <a:gd name="connsiteY14" fmla="*/ 6239239 h 6858000"/>
              <a:gd name="connsiteX15" fmla="*/ 816373 w 5434004"/>
              <a:gd name="connsiteY15" fmla="*/ 6116986 h 6858000"/>
              <a:gd name="connsiteX16" fmla="*/ 788606 w 5434004"/>
              <a:gd name="connsiteY16" fmla="*/ 5895434 h 6858000"/>
              <a:gd name="connsiteX17" fmla="*/ 762315 w 5434004"/>
              <a:gd name="connsiteY17" fmla="*/ 5848019 h 6858000"/>
              <a:gd name="connsiteX18" fmla="*/ 714842 w 5434004"/>
              <a:gd name="connsiteY18" fmla="*/ 5722306 h 6858000"/>
              <a:gd name="connsiteX19" fmla="*/ 679500 w 5434004"/>
              <a:gd name="connsiteY19" fmla="*/ 5528085 h 6858000"/>
              <a:gd name="connsiteX20" fmla="*/ 660956 w 5434004"/>
              <a:gd name="connsiteY20" fmla="*/ 5506768 h 6858000"/>
              <a:gd name="connsiteX21" fmla="*/ 642957 w 5434004"/>
              <a:gd name="connsiteY21" fmla="*/ 5473318 h 6858000"/>
              <a:gd name="connsiteX22" fmla="*/ 602099 w 5434004"/>
              <a:gd name="connsiteY22" fmla="*/ 5418521 h 6858000"/>
              <a:gd name="connsiteX23" fmla="*/ 563009 w 5434004"/>
              <a:gd name="connsiteY23" fmla="*/ 5337536 h 6858000"/>
              <a:gd name="connsiteX24" fmla="*/ 584675 w 5434004"/>
              <a:gd name="connsiteY24" fmla="*/ 5255190 h 6858000"/>
              <a:gd name="connsiteX25" fmla="*/ 564878 w 5434004"/>
              <a:gd name="connsiteY25" fmla="*/ 5208171 h 6858000"/>
              <a:gd name="connsiteX26" fmla="*/ 540145 w 5434004"/>
              <a:gd name="connsiteY26" fmla="*/ 4993731 h 6858000"/>
              <a:gd name="connsiteX27" fmla="*/ 512099 w 5434004"/>
              <a:gd name="connsiteY27" fmla="*/ 4896399 h 6858000"/>
              <a:gd name="connsiteX28" fmla="*/ 482378 w 5434004"/>
              <a:gd name="connsiteY28" fmla="*/ 4838613 h 6858000"/>
              <a:gd name="connsiteX29" fmla="*/ 468676 w 5434004"/>
              <a:gd name="connsiteY29" fmla="*/ 4796522 h 6858000"/>
              <a:gd name="connsiteX30" fmla="*/ 430881 w 5434004"/>
              <a:gd name="connsiteY30" fmla="*/ 4672370 h 6858000"/>
              <a:gd name="connsiteX31" fmla="*/ 415292 w 5434004"/>
              <a:gd name="connsiteY31" fmla="*/ 4634253 h 6858000"/>
              <a:gd name="connsiteX32" fmla="*/ 348919 w 5434004"/>
              <a:gd name="connsiteY32" fmla="*/ 4549232 h 6858000"/>
              <a:gd name="connsiteX33" fmla="*/ 292438 w 5434004"/>
              <a:gd name="connsiteY33" fmla="*/ 4479912 h 6858000"/>
              <a:gd name="connsiteX34" fmla="*/ 283567 w 5434004"/>
              <a:gd name="connsiteY34" fmla="*/ 4376609 h 6858000"/>
              <a:gd name="connsiteX35" fmla="*/ 247018 w 5434004"/>
              <a:gd name="connsiteY35" fmla="*/ 4280257 h 6858000"/>
              <a:gd name="connsiteX36" fmla="*/ 243154 w 5434004"/>
              <a:gd name="connsiteY36" fmla="*/ 4208492 h 6858000"/>
              <a:gd name="connsiteX37" fmla="*/ 267243 w 5434004"/>
              <a:gd name="connsiteY37" fmla="*/ 4120636 h 6858000"/>
              <a:gd name="connsiteX38" fmla="*/ 274676 w 5434004"/>
              <a:gd name="connsiteY38" fmla="*/ 4116556 h 6858000"/>
              <a:gd name="connsiteX39" fmla="*/ 274016 w 5434004"/>
              <a:gd name="connsiteY39" fmla="*/ 4109625 h 6858000"/>
              <a:gd name="connsiteX40" fmla="*/ 266711 w 5434004"/>
              <a:gd name="connsiteY40" fmla="*/ 4105624 h 6858000"/>
              <a:gd name="connsiteX41" fmla="*/ 267360 w 5434004"/>
              <a:gd name="connsiteY41" fmla="*/ 4051441 h 6858000"/>
              <a:gd name="connsiteX42" fmla="*/ 280863 w 5434004"/>
              <a:gd name="connsiteY42" fmla="*/ 3988494 h 6858000"/>
              <a:gd name="connsiteX43" fmla="*/ 254473 w 5434004"/>
              <a:gd name="connsiteY43" fmla="*/ 3926485 h 6858000"/>
              <a:gd name="connsiteX44" fmla="*/ 238942 w 5434004"/>
              <a:gd name="connsiteY44" fmla="*/ 3857057 h 6858000"/>
              <a:gd name="connsiteX45" fmla="*/ 229388 w 5434004"/>
              <a:gd name="connsiteY45" fmla="*/ 3815650 h 6858000"/>
              <a:gd name="connsiteX46" fmla="*/ 224025 w 5434004"/>
              <a:gd name="connsiteY46" fmla="*/ 3696745 h 6858000"/>
              <a:gd name="connsiteX47" fmla="*/ 242028 w 5434004"/>
              <a:gd name="connsiteY47" fmla="*/ 3477814 h 6858000"/>
              <a:gd name="connsiteX48" fmla="*/ 239663 w 5434004"/>
              <a:gd name="connsiteY48" fmla="*/ 3375354 h 6858000"/>
              <a:gd name="connsiteX49" fmla="*/ 242939 w 5434004"/>
              <a:gd name="connsiteY49" fmla="*/ 3235494 h 6858000"/>
              <a:gd name="connsiteX50" fmla="*/ 235466 w 5434004"/>
              <a:gd name="connsiteY50" fmla="*/ 3111896 h 6858000"/>
              <a:gd name="connsiteX51" fmla="*/ 225859 w 5434004"/>
              <a:gd name="connsiteY51" fmla="*/ 3061665 h 6858000"/>
              <a:gd name="connsiteX52" fmla="*/ 214543 w 5434004"/>
              <a:gd name="connsiteY52" fmla="*/ 3026187 h 6858000"/>
              <a:gd name="connsiteX53" fmla="*/ 209002 w 5434004"/>
              <a:gd name="connsiteY53" fmla="*/ 2930097 h 6858000"/>
              <a:gd name="connsiteX54" fmla="*/ 209539 w 5434004"/>
              <a:gd name="connsiteY54" fmla="*/ 2768399 h 6858000"/>
              <a:gd name="connsiteX55" fmla="*/ 207490 w 5434004"/>
              <a:gd name="connsiteY55" fmla="*/ 2734615 h 6858000"/>
              <a:gd name="connsiteX56" fmla="*/ 197130 w 5434004"/>
              <a:gd name="connsiteY56" fmla="*/ 2708116 h 6858000"/>
              <a:gd name="connsiteX57" fmla="*/ 187231 w 5434004"/>
              <a:gd name="connsiteY57" fmla="*/ 2704185 h 6858000"/>
              <a:gd name="connsiteX58" fmla="*/ 184723 w 5434004"/>
              <a:gd name="connsiteY58" fmla="*/ 2686011 h 6858000"/>
              <a:gd name="connsiteX59" fmla="*/ 169929 w 5434004"/>
              <a:gd name="connsiteY59" fmla="*/ 2656504 h 6858000"/>
              <a:gd name="connsiteX60" fmla="*/ 188242 w 5434004"/>
              <a:gd name="connsiteY60" fmla="*/ 2589493 h 6858000"/>
              <a:gd name="connsiteX61" fmla="*/ 189125 w 5434004"/>
              <a:gd name="connsiteY61" fmla="*/ 2457617 h 6858000"/>
              <a:gd name="connsiteX62" fmla="*/ 195205 w 5434004"/>
              <a:gd name="connsiteY62" fmla="*/ 2210817 h 6858000"/>
              <a:gd name="connsiteX63" fmla="*/ 175797 w 5434004"/>
              <a:gd name="connsiteY63" fmla="*/ 1901521 h 6858000"/>
              <a:gd name="connsiteX64" fmla="*/ 156134 w 5434004"/>
              <a:gd name="connsiteY64" fmla="*/ 1700722 h 6858000"/>
              <a:gd name="connsiteX65" fmla="*/ 174157 w 5434004"/>
              <a:gd name="connsiteY65" fmla="*/ 1661610 h 6858000"/>
              <a:gd name="connsiteX66" fmla="*/ 180802 w 5434004"/>
              <a:gd name="connsiteY66" fmla="*/ 1640073 h 6858000"/>
              <a:gd name="connsiteX67" fmla="*/ 179221 w 5434004"/>
              <a:gd name="connsiteY67" fmla="*/ 1637398 h 6858000"/>
              <a:gd name="connsiteX68" fmla="*/ 179826 w 5434004"/>
              <a:gd name="connsiteY68" fmla="*/ 1612248 h 6858000"/>
              <a:gd name="connsiteX69" fmla="*/ 198048 w 5434004"/>
              <a:gd name="connsiteY69" fmla="*/ 1498097 h 6858000"/>
              <a:gd name="connsiteX70" fmla="*/ 196329 w 5434004"/>
              <a:gd name="connsiteY70" fmla="*/ 1497364 h 6858000"/>
              <a:gd name="connsiteX71" fmla="*/ 193204 w 5434004"/>
              <a:gd name="connsiteY71" fmla="*/ 1490042 h 6858000"/>
              <a:gd name="connsiteX72" fmla="*/ 211154 w 5434004"/>
              <a:gd name="connsiteY72" fmla="*/ 1451416 h 6858000"/>
              <a:gd name="connsiteX73" fmla="*/ 247750 w 5434004"/>
              <a:gd name="connsiteY73" fmla="*/ 1281781 h 6858000"/>
              <a:gd name="connsiteX74" fmla="*/ 323114 w 5434004"/>
              <a:gd name="connsiteY74" fmla="*/ 1074754 h 6858000"/>
              <a:gd name="connsiteX75" fmla="*/ 357209 w 5434004"/>
              <a:gd name="connsiteY75" fmla="*/ 1019094 h 6858000"/>
              <a:gd name="connsiteX76" fmla="*/ 393176 w 5434004"/>
              <a:gd name="connsiteY76" fmla="*/ 938921 h 6858000"/>
              <a:gd name="connsiteX77" fmla="*/ 451503 w 5434004"/>
              <a:gd name="connsiteY77" fmla="*/ 815814 h 6858000"/>
              <a:gd name="connsiteX78" fmla="*/ 567587 w 5434004"/>
              <a:gd name="connsiteY78" fmla="*/ 584070 h 6858000"/>
              <a:gd name="connsiteX79" fmla="*/ 592609 w 5434004"/>
              <a:gd name="connsiteY79" fmla="*/ 461805 h 6858000"/>
              <a:gd name="connsiteX80" fmla="*/ 624563 w 5434004"/>
              <a:gd name="connsiteY80" fmla="*/ 360945 h 6858000"/>
              <a:gd name="connsiteX81" fmla="*/ 627056 w 5434004"/>
              <a:gd name="connsiteY81" fmla="*/ 226335 h 6858000"/>
              <a:gd name="connsiteX82" fmla="*/ 655851 w 5434004"/>
              <a:gd name="connsiteY82" fmla="*/ 51690 h 6858000"/>
              <a:gd name="connsiteX83" fmla="*/ 653984 w 5434004"/>
              <a:gd name="connsiteY83" fmla="*/ 22133 h 6858000"/>
              <a:gd name="connsiteX84" fmla="*/ 643279 w 5434004"/>
              <a:gd name="connsiteY84" fmla="*/ 1037 h 6858000"/>
              <a:gd name="connsiteX85" fmla="*/ 643741 w 5434004"/>
              <a:gd name="connsiteY85" fmla="*/ 0 h 6858000"/>
              <a:gd name="connsiteX0" fmla="*/ 487607 w 5277870"/>
              <a:gd name="connsiteY0" fmla="*/ 0 h 6858000"/>
              <a:gd name="connsiteX1" fmla="*/ 5277870 w 5277870"/>
              <a:gd name="connsiteY1" fmla="*/ 0 h 6858000"/>
              <a:gd name="connsiteX2" fmla="*/ 5277870 w 5277870"/>
              <a:gd name="connsiteY2" fmla="*/ 6858000 h 6858000"/>
              <a:gd name="connsiteX3" fmla="*/ 893273 w 5277870"/>
              <a:gd name="connsiteY3" fmla="*/ 6857998 h 6858000"/>
              <a:gd name="connsiteX4" fmla="*/ 876958 w 5277870"/>
              <a:gd name="connsiteY4" fmla="*/ 6843615 h 6858000"/>
              <a:gd name="connsiteX5" fmla="*/ 848451 w 5277870"/>
              <a:gd name="connsiteY5" fmla="*/ 6800899 h 6858000"/>
              <a:gd name="connsiteX6" fmla="*/ 827952 w 5277870"/>
              <a:gd name="connsiteY6" fmla="*/ 6765441 h 6858000"/>
              <a:gd name="connsiteX7" fmla="*/ 799830 w 5277870"/>
              <a:gd name="connsiteY7" fmla="*/ 6739541 h 6858000"/>
              <a:gd name="connsiteX8" fmla="*/ 789686 w 5277870"/>
              <a:gd name="connsiteY8" fmla="*/ 6673829 h 6858000"/>
              <a:gd name="connsiteX9" fmla="*/ 765406 w 5277870"/>
              <a:gd name="connsiteY9" fmla="*/ 6620155 h 6858000"/>
              <a:gd name="connsiteX10" fmla="*/ 720302 w 5277870"/>
              <a:gd name="connsiteY10" fmla="*/ 6610437 h 6858000"/>
              <a:gd name="connsiteX11" fmla="*/ 720839 w 5277870"/>
              <a:gd name="connsiteY11" fmla="*/ 6596307 h 6858000"/>
              <a:gd name="connsiteX12" fmla="*/ 737648 w 5277870"/>
              <a:gd name="connsiteY12" fmla="*/ 6536039 h 6858000"/>
              <a:gd name="connsiteX13" fmla="*/ 674147 w 5277870"/>
              <a:gd name="connsiteY13" fmla="*/ 6239239 h 6858000"/>
              <a:gd name="connsiteX14" fmla="*/ 660239 w 5277870"/>
              <a:gd name="connsiteY14" fmla="*/ 6116986 h 6858000"/>
              <a:gd name="connsiteX15" fmla="*/ 632472 w 5277870"/>
              <a:gd name="connsiteY15" fmla="*/ 5895434 h 6858000"/>
              <a:gd name="connsiteX16" fmla="*/ 606181 w 5277870"/>
              <a:gd name="connsiteY16" fmla="*/ 5848019 h 6858000"/>
              <a:gd name="connsiteX17" fmla="*/ 558708 w 5277870"/>
              <a:gd name="connsiteY17" fmla="*/ 5722306 h 6858000"/>
              <a:gd name="connsiteX18" fmla="*/ 523366 w 5277870"/>
              <a:gd name="connsiteY18" fmla="*/ 5528085 h 6858000"/>
              <a:gd name="connsiteX19" fmla="*/ 504822 w 5277870"/>
              <a:gd name="connsiteY19" fmla="*/ 5506768 h 6858000"/>
              <a:gd name="connsiteX20" fmla="*/ 486823 w 5277870"/>
              <a:gd name="connsiteY20" fmla="*/ 5473318 h 6858000"/>
              <a:gd name="connsiteX21" fmla="*/ 445965 w 5277870"/>
              <a:gd name="connsiteY21" fmla="*/ 5418521 h 6858000"/>
              <a:gd name="connsiteX22" fmla="*/ 406875 w 5277870"/>
              <a:gd name="connsiteY22" fmla="*/ 5337536 h 6858000"/>
              <a:gd name="connsiteX23" fmla="*/ 428541 w 5277870"/>
              <a:gd name="connsiteY23" fmla="*/ 5255190 h 6858000"/>
              <a:gd name="connsiteX24" fmla="*/ 408744 w 5277870"/>
              <a:gd name="connsiteY24" fmla="*/ 5208171 h 6858000"/>
              <a:gd name="connsiteX25" fmla="*/ 384011 w 5277870"/>
              <a:gd name="connsiteY25" fmla="*/ 4993731 h 6858000"/>
              <a:gd name="connsiteX26" fmla="*/ 355965 w 5277870"/>
              <a:gd name="connsiteY26" fmla="*/ 4896399 h 6858000"/>
              <a:gd name="connsiteX27" fmla="*/ 326244 w 5277870"/>
              <a:gd name="connsiteY27" fmla="*/ 4838613 h 6858000"/>
              <a:gd name="connsiteX28" fmla="*/ 312542 w 5277870"/>
              <a:gd name="connsiteY28" fmla="*/ 4796522 h 6858000"/>
              <a:gd name="connsiteX29" fmla="*/ 274747 w 5277870"/>
              <a:gd name="connsiteY29" fmla="*/ 4672370 h 6858000"/>
              <a:gd name="connsiteX30" fmla="*/ 259158 w 5277870"/>
              <a:gd name="connsiteY30" fmla="*/ 4634253 h 6858000"/>
              <a:gd name="connsiteX31" fmla="*/ 192785 w 5277870"/>
              <a:gd name="connsiteY31" fmla="*/ 4549232 h 6858000"/>
              <a:gd name="connsiteX32" fmla="*/ 136304 w 5277870"/>
              <a:gd name="connsiteY32" fmla="*/ 4479912 h 6858000"/>
              <a:gd name="connsiteX33" fmla="*/ 127433 w 5277870"/>
              <a:gd name="connsiteY33" fmla="*/ 4376609 h 6858000"/>
              <a:gd name="connsiteX34" fmla="*/ 90884 w 5277870"/>
              <a:gd name="connsiteY34" fmla="*/ 4280257 h 6858000"/>
              <a:gd name="connsiteX35" fmla="*/ 87020 w 5277870"/>
              <a:gd name="connsiteY35" fmla="*/ 4208492 h 6858000"/>
              <a:gd name="connsiteX36" fmla="*/ 111109 w 5277870"/>
              <a:gd name="connsiteY36" fmla="*/ 4120636 h 6858000"/>
              <a:gd name="connsiteX37" fmla="*/ 118542 w 5277870"/>
              <a:gd name="connsiteY37" fmla="*/ 4116556 h 6858000"/>
              <a:gd name="connsiteX38" fmla="*/ 117882 w 5277870"/>
              <a:gd name="connsiteY38" fmla="*/ 4109625 h 6858000"/>
              <a:gd name="connsiteX39" fmla="*/ 110577 w 5277870"/>
              <a:gd name="connsiteY39" fmla="*/ 4105624 h 6858000"/>
              <a:gd name="connsiteX40" fmla="*/ 111226 w 5277870"/>
              <a:gd name="connsiteY40" fmla="*/ 4051441 h 6858000"/>
              <a:gd name="connsiteX41" fmla="*/ 124729 w 5277870"/>
              <a:gd name="connsiteY41" fmla="*/ 3988494 h 6858000"/>
              <a:gd name="connsiteX42" fmla="*/ 98339 w 5277870"/>
              <a:gd name="connsiteY42" fmla="*/ 3926485 h 6858000"/>
              <a:gd name="connsiteX43" fmla="*/ 82808 w 5277870"/>
              <a:gd name="connsiteY43" fmla="*/ 3857057 h 6858000"/>
              <a:gd name="connsiteX44" fmla="*/ 73254 w 5277870"/>
              <a:gd name="connsiteY44" fmla="*/ 3815650 h 6858000"/>
              <a:gd name="connsiteX45" fmla="*/ 67891 w 5277870"/>
              <a:gd name="connsiteY45" fmla="*/ 3696745 h 6858000"/>
              <a:gd name="connsiteX46" fmla="*/ 85894 w 5277870"/>
              <a:gd name="connsiteY46" fmla="*/ 3477814 h 6858000"/>
              <a:gd name="connsiteX47" fmla="*/ 83529 w 5277870"/>
              <a:gd name="connsiteY47" fmla="*/ 3375354 h 6858000"/>
              <a:gd name="connsiteX48" fmla="*/ 86805 w 5277870"/>
              <a:gd name="connsiteY48" fmla="*/ 3235494 h 6858000"/>
              <a:gd name="connsiteX49" fmla="*/ 79332 w 5277870"/>
              <a:gd name="connsiteY49" fmla="*/ 3111896 h 6858000"/>
              <a:gd name="connsiteX50" fmla="*/ 69725 w 5277870"/>
              <a:gd name="connsiteY50" fmla="*/ 3061665 h 6858000"/>
              <a:gd name="connsiteX51" fmla="*/ 58409 w 5277870"/>
              <a:gd name="connsiteY51" fmla="*/ 3026187 h 6858000"/>
              <a:gd name="connsiteX52" fmla="*/ 52868 w 5277870"/>
              <a:gd name="connsiteY52" fmla="*/ 2930097 h 6858000"/>
              <a:gd name="connsiteX53" fmla="*/ 53405 w 5277870"/>
              <a:gd name="connsiteY53" fmla="*/ 2768399 h 6858000"/>
              <a:gd name="connsiteX54" fmla="*/ 51356 w 5277870"/>
              <a:gd name="connsiteY54" fmla="*/ 2734615 h 6858000"/>
              <a:gd name="connsiteX55" fmla="*/ 40996 w 5277870"/>
              <a:gd name="connsiteY55" fmla="*/ 2708116 h 6858000"/>
              <a:gd name="connsiteX56" fmla="*/ 31097 w 5277870"/>
              <a:gd name="connsiteY56" fmla="*/ 2704185 h 6858000"/>
              <a:gd name="connsiteX57" fmla="*/ 28589 w 5277870"/>
              <a:gd name="connsiteY57" fmla="*/ 2686011 h 6858000"/>
              <a:gd name="connsiteX58" fmla="*/ 13795 w 5277870"/>
              <a:gd name="connsiteY58" fmla="*/ 2656504 h 6858000"/>
              <a:gd name="connsiteX59" fmla="*/ 32108 w 5277870"/>
              <a:gd name="connsiteY59" fmla="*/ 2589493 h 6858000"/>
              <a:gd name="connsiteX60" fmla="*/ 32991 w 5277870"/>
              <a:gd name="connsiteY60" fmla="*/ 2457617 h 6858000"/>
              <a:gd name="connsiteX61" fmla="*/ 39071 w 5277870"/>
              <a:gd name="connsiteY61" fmla="*/ 2210817 h 6858000"/>
              <a:gd name="connsiteX62" fmla="*/ 19663 w 5277870"/>
              <a:gd name="connsiteY62" fmla="*/ 1901521 h 6858000"/>
              <a:gd name="connsiteX63" fmla="*/ 0 w 5277870"/>
              <a:gd name="connsiteY63" fmla="*/ 1700722 h 6858000"/>
              <a:gd name="connsiteX64" fmla="*/ 18023 w 5277870"/>
              <a:gd name="connsiteY64" fmla="*/ 1661610 h 6858000"/>
              <a:gd name="connsiteX65" fmla="*/ 24668 w 5277870"/>
              <a:gd name="connsiteY65" fmla="*/ 1640073 h 6858000"/>
              <a:gd name="connsiteX66" fmla="*/ 23087 w 5277870"/>
              <a:gd name="connsiteY66" fmla="*/ 1637398 h 6858000"/>
              <a:gd name="connsiteX67" fmla="*/ 23692 w 5277870"/>
              <a:gd name="connsiteY67" fmla="*/ 1612248 h 6858000"/>
              <a:gd name="connsiteX68" fmla="*/ 41914 w 5277870"/>
              <a:gd name="connsiteY68" fmla="*/ 1498097 h 6858000"/>
              <a:gd name="connsiteX69" fmla="*/ 40195 w 5277870"/>
              <a:gd name="connsiteY69" fmla="*/ 1497364 h 6858000"/>
              <a:gd name="connsiteX70" fmla="*/ 37070 w 5277870"/>
              <a:gd name="connsiteY70" fmla="*/ 1490042 h 6858000"/>
              <a:gd name="connsiteX71" fmla="*/ 55020 w 5277870"/>
              <a:gd name="connsiteY71" fmla="*/ 1451416 h 6858000"/>
              <a:gd name="connsiteX72" fmla="*/ 91616 w 5277870"/>
              <a:gd name="connsiteY72" fmla="*/ 1281781 h 6858000"/>
              <a:gd name="connsiteX73" fmla="*/ 166980 w 5277870"/>
              <a:gd name="connsiteY73" fmla="*/ 1074754 h 6858000"/>
              <a:gd name="connsiteX74" fmla="*/ 201075 w 5277870"/>
              <a:gd name="connsiteY74" fmla="*/ 1019094 h 6858000"/>
              <a:gd name="connsiteX75" fmla="*/ 237042 w 5277870"/>
              <a:gd name="connsiteY75" fmla="*/ 938921 h 6858000"/>
              <a:gd name="connsiteX76" fmla="*/ 295369 w 5277870"/>
              <a:gd name="connsiteY76" fmla="*/ 815814 h 6858000"/>
              <a:gd name="connsiteX77" fmla="*/ 411453 w 5277870"/>
              <a:gd name="connsiteY77" fmla="*/ 584070 h 6858000"/>
              <a:gd name="connsiteX78" fmla="*/ 436475 w 5277870"/>
              <a:gd name="connsiteY78" fmla="*/ 461805 h 6858000"/>
              <a:gd name="connsiteX79" fmla="*/ 468429 w 5277870"/>
              <a:gd name="connsiteY79" fmla="*/ 360945 h 6858000"/>
              <a:gd name="connsiteX80" fmla="*/ 470922 w 5277870"/>
              <a:gd name="connsiteY80" fmla="*/ 226335 h 6858000"/>
              <a:gd name="connsiteX81" fmla="*/ 499717 w 5277870"/>
              <a:gd name="connsiteY81" fmla="*/ 51690 h 6858000"/>
              <a:gd name="connsiteX82" fmla="*/ 497850 w 5277870"/>
              <a:gd name="connsiteY82" fmla="*/ 22133 h 6858000"/>
              <a:gd name="connsiteX83" fmla="*/ 487145 w 5277870"/>
              <a:gd name="connsiteY83" fmla="*/ 1037 h 6858000"/>
              <a:gd name="connsiteX84" fmla="*/ 487607 w 5277870"/>
              <a:gd name="connsiteY8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5277870" h="6858000">
                <a:moveTo>
                  <a:pt x="487607" y="0"/>
                </a:moveTo>
                <a:lnTo>
                  <a:pt x="5277870" y="0"/>
                </a:lnTo>
                <a:lnTo>
                  <a:pt x="5277870" y="6858000"/>
                </a:lnTo>
                <a:lnTo>
                  <a:pt x="893273" y="6857998"/>
                </a:lnTo>
                <a:lnTo>
                  <a:pt x="876958" y="6843615"/>
                </a:lnTo>
                <a:lnTo>
                  <a:pt x="848451" y="6800899"/>
                </a:lnTo>
                <a:lnTo>
                  <a:pt x="827952" y="6765441"/>
                </a:lnTo>
                <a:cubicBezTo>
                  <a:pt x="827507" y="6750832"/>
                  <a:pt x="798355" y="6753978"/>
                  <a:pt x="799830" y="6739541"/>
                </a:cubicBezTo>
                <a:cubicBezTo>
                  <a:pt x="786503" y="6723280"/>
                  <a:pt x="803673" y="6682742"/>
                  <a:pt x="789686" y="6673829"/>
                </a:cubicBezTo>
                <a:cubicBezTo>
                  <a:pt x="776006" y="6657903"/>
                  <a:pt x="778015" y="6625745"/>
                  <a:pt x="765406" y="6620155"/>
                </a:cubicBezTo>
                <a:lnTo>
                  <a:pt x="720302" y="6610437"/>
                </a:lnTo>
                <a:lnTo>
                  <a:pt x="720839" y="6596307"/>
                </a:lnTo>
                <a:lnTo>
                  <a:pt x="737648" y="6536039"/>
                </a:lnTo>
                <a:cubicBezTo>
                  <a:pt x="731713" y="6378236"/>
                  <a:pt x="664893" y="6350780"/>
                  <a:pt x="674147" y="6239239"/>
                </a:cubicBezTo>
                <a:cubicBezTo>
                  <a:pt x="668193" y="6196030"/>
                  <a:pt x="677776" y="6168747"/>
                  <a:pt x="660239" y="6116986"/>
                </a:cubicBezTo>
                <a:cubicBezTo>
                  <a:pt x="693882" y="6035788"/>
                  <a:pt x="626477" y="5971885"/>
                  <a:pt x="632472" y="5895434"/>
                </a:cubicBezTo>
                <a:cubicBezTo>
                  <a:pt x="571936" y="5884249"/>
                  <a:pt x="624704" y="5880776"/>
                  <a:pt x="606181" y="5848019"/>
                </a:cubicBezTo>
                <a:cubicBezTo>
                  <a:pt x="593885" y="5819164"/>
                  <a:pt x="572509" y="5775628"/>
                  <a:pt x="558708" y="5722306"/>
                </a:cubicBezTo>
                <a:cubicBezTo>
                  <a:pt x="551746" y="5685812"/>
                  <a:pt x="532346" y="5564008"/>
                  <a:pt x="523366" y="5528085"/>
                </a:cubicBezTo>
                <a:cubicBezTo>
                  <a:pt x="518594" y="5519172"/>
                  <a:pt x="523045" y="5505250"/>
                  <a:pt x="504822" y="5506768"/>
                </a:cubicBezTo>
                <a:cubicBezTo>
                  <a:pt x="482648" y="5506487"/>
                  <a:pt x="511311" y="5459433"/>
                  <a:pt x="486823" y="5473318"/>
                </a:cubicBezTo>
                <a:cubicBezTo>
                  <a:pt x="506358" y="5440194"/>
                  <a:pt x="459463" y="5435836"/>
                  <a:pt x="445965" y="5418521"/>
                </a:cubicBezTo>
                <a:cubicBezTo>
                  <a:pt x="465954" y="5390815"/>
                  <a:pt x="417921" y="5381811"/>
                  <a:pt x="406875" y="5337536"/>
                </a:cubicBezTo>
                <a:cubicBezTo>
                  <a:pt x="430123" y="5306619"/>
                  <a:pt x="399081" y="5307846"/>
                  <a:pt x="428541" y="5255190"/>
                </a:cubicBezTo>
                <a:cubicBezTo>
                  <a:pt x="428852" y="5233629"/>
                  <a:pt x="407502" y="5247189"/>
                  <a:pt x="408744" y="5208171"/>
                </a:cubicBezTo>
                <a:cubicBezTo>
                  <a:pt x="406613" y="5154483"/>
                  <a:pt x="390295" y="5051554"/>
                  <a:pt x="384011" y="4993731"/>
                </a:cubicBezTo>
                <a:cubicBezTo>
                  <a:pt x="373186" y="4967089"/>
                  <a:pt x="370884" y="4912140"/>
                  <a:pt x="355965" y="4896399"/>
                </a:cubicBezTo>
                <a:cubicBezTo>
                  <a:pt x="355837" y="4852829"/>
                  <a:pt x="351078" y="4813709"/>
                  <a:pt x="326244" y="4838613"/>
                </a:cubicBezTo>
                <a:cubicBezTo>
                  <a:pt x="299018" y="4831439"/>
                  <a:pt x="336627" y="4804968"/>
                  <a:pt x="312542" y="4796522"/>
                </a:cubicBezTo>
                <a:lnTo>
                  <a:pt x="274747" y="4672370"/>
                </a:lnTo>
                <a:cubicBezTo>
                  <a:pt x="286762" y="4649487"/>
                  <a:pt x="276585" y="4640072"/>
                  <a:pt x="259158" y="4634253"/>
                </a:cubicBezTo>
                <a:cubicBezTo>
                  <a:pt x="255297" y="4595381"/>
                  <a:pt x="210632" y="4586807"/>
                  <a:pt x="192785" y="4549232"/>
                </a:cubicBezTo>
                <a:cubicBezTo>
                  <a:pt x="175514" y="4501329"/>
                  <a:pt x="155204" y="4520147"/>
                  <a:pt x="136304" y="4479912"/>
                </a:cubicBezTo>
                <a:lnTo>
                  <a:pt x="127433" y="4376609"/>
                </a:lnTo>
                <a:cubicBezTo>
                  <a:pt x="119863" y="4343333"/>
                  <a:pt x="97619" y="4308276"/>
                  <a:pt x="90884" y="4280257"/>
                </a:cubicBezTo>
                <a:cubicBezTo>
                  <a:pt x="94219" y="4220025"/>
                  <a:pt x="104684" y="4233011"/>
                  <a:pt x="87020" y="4208492"/>
                </a:cubicBezTo>
                <a:cubicBezTo>
                  <a:pt x="95065" y="4180444"/>
                  <a:pt x="129022" y="4152083"/>
                  <a:pt x="111109" y="4120636"/>
                </a:cubicBezTo>
                <a:cubicBezTo>
                  <a:pt x="115978" y="4121934"/>
                  <a:pt x="117998" y="4120145"/>
                  <a:pt x="118542" y="4116556"/>
                </a:cubicBezTo>
                <a:cubicBezTo>
                  <a:pt x="118321" y="4114246"/>
                  <a:pt x="118101" y="4111935"/>
                  <a:pt x="117882" y="4109625"/>
                </a:cubicBezTo>
                <a:lnTo>
                  <a:pt x="110577" y="4105624"/>
                </a:lnTo>
                <a:cubicBezTo>
                  <a:pt x="85114" y="4088878"/>
                  <a:pt x="113587" y="4082596"/>
                  <a:pt x="111226" y="4051441"/>
                </a:cubicBezTo>
                <a:cubicBezTo>
                  <a:pt x="111638" y="4036628"/>
                  <a:pt x="118512" y="3985548"/>
                  <a:pt x="124729" y="3988494"/>
                </a:cubicBezTo>
                <a:lnTo>
                  <a:pt x="98339" y="3926485"/>
                </a:lnTo>
                <a:cubicBezTo>
                  <a:pt x="120456" y="3887663"/>
                  <a:pt x="82381" y="3893685"/>
                  <a:pt x="82808" y="3857057"/>
                </a:cubicBezTo>
                <a:cubicBezTo>
                  <a:pt x="89625" y="3836374"/>
                  <a:pt x="88641" y="3824518"/>
                  <a:pt x="73254" y="3815650"/>
                </a:cubicBezTo>
                <a:cubicBezTo>
                  <a:pt x="107452" y="3718923"/>
                  <a:pt x="64680" y="3772318"/>
                  <a:pt x="67891" y="3696745"/>
                </a:cubicBezTo>
                <a:cubicBezTo>
                  <a:pt x="73347" y="3630391"/>
                  <a:pt x="83288" y="3531379"/>
                  <a:pt x="85894" y="3477814"/>
                </a:cubicBezTo>
                <a:cubicBezTo>
                  <a:pt x="88500" y="3424249"/>
                  <a:pt x="86217" y="3377198"/>
                  <a:pt x="83529" y="3375354"/>
                </a:cubicBezTo>
                <a:cubicBezTo>
                  <a:pt x="83101" y="3339059"/>
                  <a:pt x="90016" y="3285266"/>
                  <a:pt x="86805" y="3235494"/>
                </a:cubicBezTo>
                <a:cubicBezTo>
                  <a:pt x="78762" y="3207446"/>
                  <a:pt x="61419" y="3143345"/>
                  <a:pt x="79332" y="3111896"/>
                </a:cubicBezTo>
                <a:cubicBezTo>
                  <a:pt x="59856" y="3117096"/>
                  <a:pt x="85974" y="3072872"/>
                  <a:pt x="69725" y="3061665"/>
                </a:cubicBezTo>
                <a:cubicBezTo>
                  <a:pt x="56184" y="3054621"/>
                  <a:pt x="60953" y="3039562"/>
                  <a:pt x="58409" y="3026187"/>
                </a:cubicBezTo>
                <a:cubicBezTo>
                  <a:pt x="45869" y="3013333"/>
                  <a:pt x="46112" y="2950064"/>
                  <a:pt x="52868" y="2930097"/>
                </a:cubicBezTo>
                <a:cubicBezTo>
                  <a:pt x="80421" y="2876459"/>
                  <a:pt x="32874" y="2811741"/>
                  <a:pt x="53405" y="2768399"/>
                </a:cubicBezTo>
                <a:cubicBezTo>
                  <a:pt x="54801" y="2755814"/>
                  <a:pt x="53816" y="2744722"/>
                  <a:pt x="51356" y="2734615"/>
                </a:cubicBezTo>
                <a:lnTo>
                  <a:pt x="40996" y="2708116"/>
                </a:lnTo>
                <a:lnTo>
                  <a:pt x="31097" y="2704185"/>
                </a:lnTo>
                <a:lnTo>
                  <a:pt x="28589" y="2686011"/>
                </a:lnTo>
                <a:lnTo>
                  <a:pt x="13795" y="2656504"/>
                </a:lnTo>
                <a:cubicBezTo>
                  <a:pt x="56166" y="2648211"/>
                  <a:pt x="-6214" y="2580540"/>
                  <a:pt x="32108" y="2589493"/>
                </a:cubicBezTo>
                <a:cubicBezTo>
                  <a:pt x="22039" y="2539863"/>
                  <a:pt x="41060" y="2531259"/>
                  <a:pt x="32991" y="2457617"/>
                </a:cubicBezTo>
                <a:cubicBezTo>
                  <a:pt x="45635" y="2365891"/>
                  <a:pt x="40786" y="2284833"/>
                  <a:pt x="39071" y="2210817"/>
                </a:cubicBezTo>
                <a:cubicBezTo>
                  <a:pt x="39941" y="2106412"/>
                  <a:pt x="22396" y="1993081"/>
                  <a:pt x="19663" y="1901521"/>
                </a:cubicBezTo>
                <a:cubicBezTo>
                  <a:pt x="10670" y="1826286"/>
                  <a:pt x="4249" y="1796783"/>
                  <a:pt x="0" y="1700722"/>
                </a:cubicBezTo>
                <a:cubicBezTo>
                  <a:pt x="5587" y="1695223"/>
                  <a:pt x="14814" y="1668682"/>
                  <a:pt x="18023" y="1661610"/>
                </a:cubicBezTo>
                <a:lnTo>
                  <a:pt x="24668" y="1640073"/>
                </a:lnTo>
                <a:lnTo>
                  <a:pt x="23087" y="1637398"/>
                </a:lnTo>
                <a:cubicBezTo>
                  <a:pt x="19812" y="1625364"/>
                  <a:pt x="20811" y="1617807"/>
                  <a:pt x="23692" y="1612248"/>
                </a:cubicBezTo>
                <a:lnTo>
                  <a:pt x="41914" y="1498097"/>
                </a:lnTo>
                <a:lnTo>
                  <a:pt x="40195" y="1497364"/>
                </a:lnTo>
                <a:lnTo>
                  <a:pt x="37070" y="1490042"/>
                </a:lnTo>
                <a:lnTo>
                  <a:pt x="55020" y="1451416"/>
                </a:lnTo>
                <a:cubicBezTo>
                  <a:pt x="73102" y="1417430"/>
                  <a:pt x="80421" y="1313985"/>
                  <a:pt x="91616" y="1281781"/>
                </a:cubicBezTo>
                <a:cubicBezTo>
                  <a:pt x="137974" y="1171345"/>
                  <a:pt x="146547" y="1130634"/>
                  <a:pt x="166980" y="1074754"/>
                </a:cubicBezTo>
                <a:cubicBezTo>
                  <a:pt x="181651" y="1040817"/>
                  <a:pt x="190408" y="1034723"/>
                  <a:pt x="201075" y="1019094"/>
                </a:cubicBezTo>
                <a:cubicBezTo>
                  <a:pt x="207201" y="1005265"/>
                  <a:pt x="260932" y="958184"/>
                  <a:pt x="237042" y="938921"/>
                </a:cubicBezTo>
                <a:cubicBezTo>
                  <a:pt x="287348" y="869297"/>
                  <a:pt x="265291" y="876942"/>
                  <a:pt x="295369" y="815814"/>
                </a:cubicBezTo>
                <a:cubicBezTo>
                  <a:pt x="329951" y="751141"/>
                  <a:pt x="383834" y="609442"/>
                  <a:pt x="411453" y="584070"/>
                </a:cubicBezTo>
                <a:cubicBezTo>
                  <a:pt x="438653" y="530431"/>
                  <a:pt x="423178" y="516020"/>
                  <a:pt x="436475" y="461805"/>
                </a:cubicBezTo>
                <a:cubicBezTo>
                  <a:pt x="454281" y="438996"/>
                  <a:pt x="448264" y="386523"/>
                  <a:pt x="468429" y="360945"/>
                </a:cubicBezTo>
                <a:cubicBezTo>
                  <a:pt x="474686" y="267247"/>
                  <a:pt x="468220" y="285413"/>
                  <a:pt x="470922" y="226335"/>
                </a:cubicBezTo>
                <a:cubicBezTo>
                  <a:pt x="481883" y="180653"/>
                  <a:pt x="495229" y="85724"/>
                  <a:pt x="499717" y="51690"/>
                </a:cubicBezTo>
                <a:cubicBezTo>
                  <a:pt x="482601" y="39734"/>
                  <a:pt x="492651" y="34426"/>
                  <a:pt x="497850" y="22133"/>
                </a:cubicBezTo>
                <a:cubicBezTo>
                  <a:pt x="482148" y="14444"/>
                  <a:pt x="483752" y="7720"/>
                  <a:pt x="487145" y="1037"/>
                </a:cubicBezTo>
                <a:lnTo>
                  <a:pt x="487607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9C73E-BDFE-0288-606A-519EA4CB7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84" y="1562100"/>
            <a:ext cx="3795642" cy="3733800"/>
          </a:xfrm>
        </p:spPr>
        <p:txBody>
          <a:bodyPr>
            <a:normAutofit/>
          </a:bodyPr>
          <a:lstStyle/>
          <a:p>
            <a:pPr algn="ctr"/>
            <a:r>
              <a:rPr lang="en-US" b="1">
                <a:latin typeface="Calibri"/>
                <a:ea typeface="Calibri"/>
                <a:cs typeface="Calibri"/>
              </a:rPr>
              <a:t>Introduction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48ED9-3547-B0AC-642A-8FFB79295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9995" y="733425"/>
            <a:ext cx="4889480" cy="53911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Calibri"/>
                <a:ea typeface="Calibri"/>
                <a:cs typeface="Calibri"/>
              </a:rPr>
              <a:t>Interview performance depends on communication and confidence</a:t>
            </a:r>
            <a:endParaRPr lang="en-US"/>
          </a:p>
          <a:p>
            <a:r>
              <a:rPr lang="en-US">
                <a:latin typeface="Calibri"/>
                <a:ea typeface="Calibri"/>
                <a:cs typeface="Calibri"/>
              </a:rPr>
              <a:t>Traditional mock interviews rely on manual evaluation</a:t>
            </a:r>
            <a:endParaRPr lang="en-US"/>
          </a:p>
          <a:p>
            <a:r>
              <a:rPr lang="en-US">
                <a:latin typeface="Calibri"/>
                <a:ea typeface="Calibri"/>
                <a:cs typeface="Calibri"/>
              </a:rPr>
              <a:t>Manual evaluation can be subjective and inconsistent</a:t>
            </a:r>
            <a:endParaRPr lang="en-US"/>
          </a:p>
          <a:p>
            <a:r>
              <a:rPr lang="en-US">
                <a:latin typeface="Calibri"/>
                <a:ea typeface="Calibri"/>
                <a:cs typeface="Calibri"/>
              </a:rPr>
              <a:t>AI can analyze behavior using computer vision and NLP</a:t>
            </a:r>
            <a:endParaRPr lang="en-US"/>
          </a:p>
          <a:p>
            <a:r>
              <a:rPr lang="en-US">
                <a:latin typeface="Calibri"/>
                <a:ea typeface="Calibri"/>
                <a:cs typeface="Calibri"/>
              </a:rPr>
              <a:t>Proposed system automates interview performance analysis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21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846FF8-0D27-4A66-8332-A0BE79BEF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932863-095E-C683-A5C6-EA96453D1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Existing System</a:t>
            </a:r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6B9CB01-4014-4606-90AC-ADABCFB38C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44804"/>
            <a:ext cx="12192000" cy="5013196"/>
          </a:xfrm>
          <a:custGeom>
            <a:avLst/>
            <a:gdLst>
              <a:gd name="connsiteX0" fmla="*/ 4142196 w 12192000"/>
              <a:gd name="connsiteY0" fmla="*/ 33 h 5013196"/>
              <a:gd name="connsiteX1" fmla="*/ 4138795 w 12192000"/>
              <a:gd name="connsiteY1" fmla="*/ 15046 h 5013196"/>
              <a:gd name="connsiteX2" fmla="*/ 4166706 w 12192000"/>
              <a:gd name="connsiteY2" fmla="*/ 37291 h 5013196"/>
              <a:gd name="connsiteX3" fmla="*/ 4371550 w 12192000"/>
              <a:gd name="connsiteY3" fmla="*/ 22134 h 5013196"/>
              <a:gd name="connsiteX4" fmla="*/ 4424056 w 12192000"/>
              <a:gd name="connsiteY4" fmla="*/ 28369 h 5013196"/>
              <a:gd name="connsiteX5" fmla="*/ 4469897 w 12192000"/>
              <a:gd name="connsiteY5" fmla="*/ 13218 h 5013196"/>
              <a:gd name="connsiteX6" fmla="*/ 4489151 w 12192000"/>
              <a:gd name="connsiteY6" fmla="*/ 20285 h 5013196"/>
              <a:gd name="connsiteX7" fmla="*/ 4492479 w 12192000"/>
              <a:gd name="connsiteY7" fmla="*/ 21730 h 5013196"/>
              <a:gd name="connsiteX8" fmla="*/ 4505693 w 12192000"/>
              <a:gd name="connsiteY8" fmla="*/ 22584 h 5013196"/>
              <a:gd name="connsiteX9" fmla="*/ 4509529 w 12192000"/>
              <a:gd name="connsiteY9" fmla="*/ 28985 h 5013196"/>
              <a:gd name="connsiteX10" fmla="*/ 4529499 w 12192000"/>
              <a:gd name="connsiteY10" fmla="*/ 34687 h 5013196"/>
              <a:gd name="connsiteX11" fmla="*/ 4553795 w 12192000"/>
              <a:gd name="connsiteY11" fmla="*/ 34541 h 5013196"/>
              <a:gd name="connsiteX12" fmla="*/ 4640118 w 12192000"/>
              <a:gd name="connsiteY12" fmla="*/ 34699 h 5013196"/>
              <a:gd name="connsiteX13" fmla="*/ 4654127 w 12192000"/>
              <a:gd name="connsiteY13" fmla="*/ 30952 h 5013196"/>
              <a:gd name="connsiteX14" fmla="*/ 4700168 w 12192000"/>
              <a:gd name="connsiteY14" fmla="*/ 35953 h 5013196"/>
              <a:gd name="connsiteX15" fmla="*/ 4741127 w 12192000"/>
              <a:gd name="connsiteY15" fmla="*/ 36527 h 5013196"/>
              <a:gd name="connsiteX16" fmla="*/ 4767598 w 12192000"/>
              <a:gd name="connsiteY16" fmla="*/ 33272 h 5013196"/>
              <a:gd name="connsiteX17" fmla="*/ 4774592 w 12192000"/>
              <a:gd name="connsiteY17" fmla="*/ 35449 h 5013196"/>
              <a:gd name="connsiteX18" fmla="*/ 4801328 w 12192000"/>
              <a:gd name="connsiteY18" fmla="*/ 36454 h 5013196"/>
              <a:gd name="connsiteX19" fmla="*/ 4814870 w 12192000"/>
              <a:gd name="connsiteY19" fmla="*/ 32797 h 5013196"/>
              <a:gd name="connsiteX20" fmla="*/ 4828440 w 12192000"/>
              <a:gd name="connsiteY20" fmla="*/ 40415 h 5013196"/>
              <a:gd name="connsiteX21" fmla="*/ 4831826 w 12192000"/>
              <a:gd name="connsiteY21" fmla="*/ 46118 h 5013196"/>
              <a:gd name="connsiteX22" fmla="*/ 4850785 w 12192000"/>
              <a:gd name="connsiteY22" fmla="*/ 43190 h 5013196"/>
              <a:gd name="connsiteX23" fmla="*/ 4866468 w 12192000"/>
              <a:gd name="connsiteY23" fmla="*/ 48539 h 5013196"/>
              <a:gd name="connsiteX24" fmla="*/ 4879983 w 12192000"/>
              <a:gd name="connsiteY24" fmla="*/ 44615 h 5013196"/>
              <a:gd name="connsiteX25" fmla="*/ 4885635 w 12192000"/>
              <a:gd name="connsiteY25" fmla="*/ 45342 h 5013196"/>
              <a:gd name="connsiteX26" fmla="*/ 4899698 w 12192000"/>
              <a:gd name="connsiteY26" fmla="*/ 47876 h 5013196"/>
              <a:gd name="connsiteX27" fmla="*/ 4923986 w 12192000"/>
              <a:gd name="connsiteY27" fmla="*/ 53632 h 5013196"/>
              <a:gd name="connsiteX28" fmla="*/ 4931544 w 12192000"/>
              <a:gd name="connsiteY28" fmla="*/ 54358 h 5013196"/>
              <a:gd name="connsiteX29" fmla="*/ 4948135 w 12192000"/>
              <a:gd name="connsiteY29" fmla="*/ 63529 h 5013196"/>
              <a:gd name="connsiteX30" fmla="*/ 4980068 w 12192000"/>
              <a:gd name="connsiteY30" fmla="*/ 71052 h 5013196"/>
              <a:gd name="connsiteX31" fmla="*/ 5036541 w 12192000"/>
              <a:gd name="connsiteY31" fmla="*/ 98293 h 5013196"/>
              <a:gd name="connsiteX32" fmla="*/ 5069678 w 12192000"/>
              <a:gd name="connsiteY32" fmla="*/ 111179 h 5013196"/>
              <a:gd name="connsiteX33" fmla="*/ 5092160 w 12192000"/>
              <a:gd name="connsiteY33" fmla="*/ 123203 h 5013196"/>
              <a:gd name="connsiteX34" fmla="*/ 5158166 w 12192000"/>
              <a:gd name="connsiteY34" fmla="*/ 139568 h 5013196"/>
              <a:gd name="connsiteX35" fmla="*/ 5271252 w 12192000"/>
              <a:gd name="connsiteY35" fmla="*/ 160738 h 5013196"/>
              <a:gd name="connsiteX36" fmla="*/ 5294438 w 12192000"/>
              <a:gd name="connsiteY36" fmla="*/ 166556 h 5013196"/>
              <a:gd name="connsiteX37" fmla="*/ 5310840 w 12192000"/>
              <a:gd name="connsiteY37" fmla="*/ 176769 h 5013196"/>
              <a:gd name="connsiteX38" fmla="*/ 5311570 w 12192000"/>
              <a:gd name="connsiteY38" fmla="*/ 183681 h 5013196"/>
              <a:gd name="connsiteX39" fmla="*/ 5323756 w 12192000"/>
              <a:gd name="connsiteY39" fmla="*/ 187718 h 5013196"/>
              <a:gd name="connsiteX40" fmla="*/ 5326259 w 12192000"/>
              <a:gd name="connsiteY40" fmla="*/ 189880 h 5013196"/>
              <a:gd name="connsiteX41" fmla="*/ 5341357 w 12192000"/>
              <a:gd name="connsiteY41" fmla="*/ 201193 h 5013196"/>
              <a:gd name="connsiteX42" fmla="*/ 5391908 w 12192000"/>
              <a:gd name="connsiteY42" fmla="*/ 198291 h 5013196"/>
              <a:gd name="connsiteX43" fmla="*/ 5439031 w 12192000"/>
              <a:gd name="connsiteY43" fmla="*/ 216975 h 5013196"/>
              <a:gd name="connsiteX44" fmla="*/ 5640913 w 12192000"/>
              <a:gd name="connsiteY44" fmla="*/ 253028 h 5013196"/>
              <a:gd name="connsiteX45" fmla="*/ 5657312 w 12192000"/>
              <a:gd name="connsiteY45" fmla="*/ 280626 h 5013196"/>
              <a:gd name="connsiteX46" fmla="*/ 5734773 w 12192000"/>
              <a:gd name="connsiteY46" fmla="*/ 303244 h 5013196"/>
              <a:gd name="connsiteX47" fmla="*/ 5877770 w 12192000"/>
              <a:gd name="connsiteY47" fmla="*/ 296965 h 5013196"/>
              <a:gd name="connsiteX48" fmla="*/ 5989615 w 12192000"/>
              <a:gd name="connsiteY48" fmla="*/ 319663 h 5013196"/>
              <a:gd name="connsiteX49" fmla="*/ 5996857 w 12192000"/>
              <a:gd name="connsiteY49" fmla="*/ 323549 h 5013196"/>
              <a:gd name="connsiteX50" fmla="*/ 6037387 w 12192000"/>
              <a:gd name="connsiteY50" fmla="*/ 312526 h 5013196"/>
              <a:gd name="connsiteX51" fmla="*/ 6113074 w 12192000"/>
              <a:gd name="connsiteY51" fmla="*/ 325845 h 5013196"/>
              <a:gd name="connsiteX52" fmla="*/ 6280929 w 12192000"/>
              <a:gd name="connsiteY52" fmla="*/ 350444 h 5013196"/>
              <a:gd name="connsiteX53" fmla="*/ 6298665 w 12192000"/>
              <a:gd name="connsiteY53" fmla="*/ 342931 h 5013196"/>
              <a:gd name="connsiteX54" fmla="*/ 6317326 w 12192000"/>
              <a:gd name="connsiteY54" fmla="*/ 339794 h 5013196"/>
              <a:gd name="connsiteX55" fmla="*/ 6319212 w 12192000"/>
              <a:gd name="connsiteY55" fmla="*/ 341004 h 5013196"/>
              <a:gd name="connsiteX56" fmla="*/ 6339724 w 12192000"/>
              <a:gd name="connsiteY56" fmla="*/ 342098 h 5013196"/>
              <a:gd name="connsiteX57" fmla="*/ 6345010 w 12192000"/>
              <a:gd name="connsiteY57" fmla="*/ 339148 h 5013196"/>
              <a:gd name="connsiteX58" fmla="*/ 6359332 w 12192000"/>
              <a:gd name="connsiteY58" fmla="*/ 338899 h 5013196"/>
              <a:gd name="connsiteX59" fmla="*/ 6388220 w 12192000"/>
              <a:gd name="connsiteY59" fmla="*/ 335714 h 5013196"/>
              <a:gd name="connsiteX60" fmla="*/ 6392994 w 12192000"/>
              <a:gd name="connsiteY60" fmla="*/ 337644 h 5013196"/>
              <a:gd name="connsiteX61" fmla="*/ 6435581 w 12192000"/>
              <a:gd name="connsiteY61" fmla="*/ 336775 h 5013196"/>
              <a:gd name="connsiteX62" fmla="*/ 6435870 w 12192000"/>
              <a:gd name="connsiteY62" fmla="*/ 337963 h 5013196"/>
              <a:gd name="connsiteX63" fmla="*/ 6446571 w 12192000"/>
              <a:gd name="connsiteY63" fmla="*/ 342957 h 5013196"/>
              <a:gd name="connsiteX64" fmla="*/ 6467701 w 12192000"/>
              <a:gd name="connsiteY64" fmla="*/ 349765 h 5013196"/>
              <a:gd name="connsiteX65" fmla="*/ 6512727 w 12192000"/>
              <a:gd name="connsiteY65" fmla="*/ 380305 h 5013196"/>
              <a:gd name="connsiteX66" fmla="*/ 6557094 w 12192000"/>
              <a:gd name="connsiteY66" fmla="*/ 379532 h 5013196"/>
              <a:gd name="connsiteX67" fmla="*/ 6565879 w 12192000"/>
              <a:gd name="connsiteY67" fmla="*/ 380030 h 5013196"/>
              <a:gd name="connsiteX68" fmla="*/ 6565997 w 12192000"/>
              <a:gd name="connsiteY68" fmla="*/ 380310 h 5013196"/>
              <a:gd name="connsiteX69" fmla="*/ 6575147 w 12192000"/>
              <a:gd name="connsiteY69" fmla="*/ 381374 h 5013196"/>
              <a:gd name="connsiteX70" fmla="*/ 6581899 w 12192000"/>
              <a:gd name="connsiteY70" fmla="*/ 380938 h 5013196"/>
              <a:gd name="connsiteX71" fmla="*/ 6598943 w 12192000"/>
              <a:gd name="connsiteY71" fmla="*/ 381906 h 5013196"/>
              <a:gd name="connsiteX72" fmla="*/ 6604421 w 12192000"/>
              <a:gd name="connsiteY72" fmla="*/ 384033 h 5013196"/>
              <a:gd name="connsiteX73" fmla="*/ 6606035 w 12192000"/>
              <a:gd name="connsiteY73" fmla="*/ 387465 h 5013196"/>
              <a:gd name="connsiteX74" fmla="*/ 6607669 w 12192000"/>
              <a:gd name="connsiteY74" fmla="*/ 387186 h 5013196"/>
              <a:gd name="connsiteX75" fmla="*/ 6637532 w 12192000"/>
              <a:gd name="connsiteY75" fmla="*/ 398125 h 5013196"/>
              <a:gd name="connsiteX76" fmla="*/ 6706880 w 12192000"/>
              <a:gd name="connsiteY76" fmla="*/ 412381 h 5013196"/>
              <a:gd name="connsiteX77" fmla="*/ 6747500 w 12192000"/>
              <a:gd name="connsiteY77" fmla="*/ 416386 h 5013196"/>
              <a:gd name="connsiteX78" fmla="*/ 6857783 w 12192000"/>
              <a:gd name="connsiteY78" fmla="*/ 431905 h 5013196"/>
              <a:gd name="connsiteX79" fmla="*/ 6967720 w 12192000"/>
              <a:gd name="connsiteY79" fmla="*/ 450939 h 5013196"/>
              <a:gd name="connsiteX80" fmla="*/ 7018394 w 12192000"/>
              <a:gd name="connsiteY80" fmla="*/ 479831 h 5013196"/>
              <a:gd name="connsiteX81" fmla="*/ 7024679 w 12192000"/>
              <a:gd name="connsiteY81" fmla="*/ 480968 h 5013196"/>
              <a:gd name="connsiteX82" fmla="*/ 7041715 w 12192000"/>
              <a:gd name="connsiteY82" fmla="*/ 479120 h 5013196"/>
              <a:gd name="connsiteX83" fmla="*/ 7048103 w 12192000"/>
              <a:gd name="connsiteY83" fmla="*/ 477610 h 5013196"/>
              <a:gd name="connsiteX84" fmla="*/ 7057490 w 12192000"/>
              <a:gd name="connsiteY84" fmla="*/ 477135 h 5013196"/>
              <a:gd name="connsiteX85" fmla="*/ 7057730 w 12192000"/>
              <a:gd name="connsiteY85" fmla="*/ 477383 h 5013196"/>
              <a:gd name="connsiteX86" fmla="*/ 7066511 w 12192000"/>
              <a:gd name="connsiteY86" fmla="*/ 476432 h 5013196"/>
              <a:gd name="connsiteX87" fmla="*/ 7109401 w 12192000"/>
              <a:gd name="connsiteY87" fmla="*/ 468486 h 5013196"/>
              <a:gd name="connsiteX88" fmla="*/ 7166830 w 12192000"/>
              <a:gd name="connsiteY88" fmla="*/ 490255 h 5013196"/>
              <a:gd name="connsiteX89" fmla="*/ 7190442 w 12192000"/>
              <a:gd name="connsiteY89" fmla="*/ 493308 h 5013196"/>
              <a:gd name="connsiteX90" fmla="*/ 7203083 w 12192000"/>
              <a:gd name="connsiteY90" fmla="*/ 496324 h 5013196"/>
              <a:gd name="connsiteX91" fmla="*/ 7203894 w 12192000"/>
              <a:gd name="connsiteY91" fmla="*/ 497408 h 5013196"/>
              <a:gd name="connsiteX92" fmla="*/ 7245004 w 12192000"/>
              <a:gd name="connsiteY92" fmla="*/ 489662 h 5013196"/>
              <a:gd name="connsiteX93" fmla="*/ 7250514 w 12192000"/>
              <a:gd name="connsiteY93" fmla="*/ 490724 h 5013196"/>
              <a:gd name="connsiteX94" fmla="*/ 7277246 w 12192000"/>
              <a:gd name="connsiteY94" fmla="*/ 483000 h 5013196"/>
              <a:gd name="connsiteX95" fmla="*/ 7291092 w 12192000"/>
              <a:gd name="connsiteY95" fmla="*/ 480435 h 5013196"/>
              <a:gd name="connsiteX96" fmla="*/ 7294933 w 12192000"/>
              <a:gd name="connsiteY96" fmla="*/ 476767 h 5013196"/>
              <a:gd name="connsiteX97" fmla="*/ 7315408 w 12192000"/>
              <a:gd name="connsiteY97" fmla="*/ 474478 h 5013196"/>
              <a:gd name="connsiteX98" fmla="*/ 7317786 w 12192000"/>
              <a:gd name="connsiteY98" fmla="*/ 475324 h 5013196"/>
              <a:gd name="connsiteX99" fmla="*/ 7334572 w 12192000"/>
              <a:gd name="connsiteY99" fmla="*/ 469306 h 5013196"/>
              <a:gd name="connsiteX100" fmla="*/ 7348520 w 12192000"/>
              <a:gd name="connsiteY100" fmla="*/ 459268 h 5013196"/>
              <a:gd name="connsiteX101" fmla="*/ 7522997 w 12192000"/>
              <a:gd name="connsiteY101" fmla="*/ 455427 h 5013196"/>
              <a:gd name="connsiteX102" fmla="*/ 7686985 w 12192000"/>
              <a:gd name="connsiteY102" fmla="*/ 433023 h 5013196"/>
              <a:gd name="connsiteX103" fmla="*/ 7854068 w 12192000"/>
              <a:gd name="connsiteY103" fmla="*/ 422992 h 5013196"/>
              <a:gd name="connsiteX104" fmla="*/ 8034165 w 12192000"/>
              <a:gd name="connsiteY104" fmla="*/ 404917 h 5013196"/>
              <a:gd name="connsiteX105" fmla="*/ 8094381 w 12192000"/>
              <a:gd name="connsiteY105" fmla="*/ 408936 h 5013196"/>
              <a:gd name="connsiteX106" fmla="*/ 8146898 w 12192000"/>
              <a:gd name="connsiteY106" fmla="*/ 391776 h 5013196"/>
              <a:gd name="connsiteX107" fmla="*/ 8168993 w 12192000"/>
              <a:gd name="connsiteY107" fmla="*/ 398048 h 5013196"/>
              <a:gd name="connsiteX108" fmla="*/ 8172809 w 12192000"/>
              <a:gd name="connsiteY108" fmla="*/ 399355 h 5013196"/>
              <a:gd name="connsiteX109" fmla="*/ 8187962 w 12192000"/>
              <a:gd name="connsiteY109" fmla="*/ 399651 h 5013196"/>
              <a:gd name="connsiteX110" fmla="*/ 8192382 w 12192000"/>
              <a:gd name="connsiteY110" fmla="*/ 405910 h 5013196"/>
              <a:gd name="connsiteX111" fmla="*/ 8375192 w 12192000"/>
              <a:gd name="connsiteY111" fmla="*/ 397097 h 5013196"/>
              <a:gd name="connsiteX112" fmla="*/ 8454377 w 12192000"/>
              <a:gd name="connsiteY112" fmla="*/ 393549 h 5013196"/>
              <a:gd name="connsiteX113" fmla="*/ 8484740 w 12192000"/>
              <a:gd name="connsiteY113" fmla="*/ 398377 h 5013196"/>
              <a:gd name="connsiteX114" fmla="*/ 8601673 w 12192000"/>
              <a:gd name="connsiteY114" fmla="*/ 410319 h 5013196"/>
              <a:gd name="connsiteX115" fmla="*/ 8701676 w 12192000"/>
              <a:gd name="connsiteY115" fmla="*/ 414569 h 5013196"/>
              <a:gd name="connsiteX116" fmla="*/ 8773288 w 12192000"/>
              <a:gd name="connsiteY116" fmla="*/ 391295 h 5013196"/>
              <a:gd name="connsiteX117" fmla="*/ 8779909 w 12192000"/>
              <a:gd name="connsiteY117" fmla="*/ 395664 h 5013196"/>
              <a:gd name="connsiteX118" fmla="*/ 8829932 w 12192000"/>
              <a:gd name="connsiteY118" fmla="*/ 392461 h 5013196"/>
              <a:gd name="connsiteX119" fmla="*/ 9003386 w 12192000"/>
              <a:gd name="connsiteY119" fmla="*/ 349460 h 5013196"/>
              <a:gd name="connsiteX120" fmla="*/ 9101185 w 12192000"/>
              <a:gd name="connsiteY120" fmla="*/ 344080 h 5013196"/>
              <a:gd name="connsiteX121" fmla="*/ 9136185 w 12192000"/>
              <a:gd name="connsiteY121" fmla="*/ 347296 h 5013196"/>
              <a:gd name="connsiteX122" fmla="*/ 9194801 w 12192000"/>
              <a:gd name="connsiteY122" fmla="*/ 352367 h 5013196"/>
              <a:gd name="connsiteX123" fmla="*/ 9239316 w 12192000"/>
              <a:gd name="connsiteY123" fmla="*/ 368776 h 5013196"/>
              <a:gd name="connsiteX124" fmla="*/ 9288052 w 12192000"/>
              <a:gd name="connsiteY124" fmla="*/ 368014 h 5013196"/>
              <a:gd name="connsiteX125" fmla="*/ 9298465 w 12192000"/>
              <a:gd name="connsiteY125" fmla="*/ 351514 h 5013196"/>
              <a:gd name="connsiteX126" fmla="*/ 9350892 w 12192000"/>
              <a:gd name="connsiteY126" fmla="*/ 355996 h 5013196"/>
              <a:gd name="connsiteX127" fmla="*/ 9430522 w 12192000"/>
              <a:gd name="connsiteY127" fmla="*/ 364586 h 5013196"/>
              <a:gd name="connsiteX128" fmla="*/ 9476215 w 12192000"/>
              <a:gd name="connsiteY128" fmla="*/ 365325 h 5013196"/>
              <a:gd name="connsiteX129" fmla="*/ 9601276 w 12192000"/>
              <a:gd name="connsiteY129" fmla="*/ 371922 h 5013196"/>
              <a:gd name="connsiteX130" fmla="*/ 9726733 w 12192000"/>
              <a:gd name="connsiteY130" fmla="*/ 382019 h 5013196"/>
              <a:gd name="connsiteX131" fmla="*/ 9802144 w 12192000"/>
              <a:gd name="connsiteY131" fmla="*/ 407697 h 5013196"/>
              <a:gd name="connsiteX132" fmla="*/ 9905153 w 12192000"/>
              <a:gd name="connsiteY132" fmla="*/ 413868 h 5013196"/>
              <a:gd name="connsiteX133" fmla="*/ 9922553 w 12192000"/>
              <a:gd name="connsiteY133" fmla="*/ 417787 h 5013196"/>
              <a:gd name="connsiteX134" fmla="*/ 10044658 w 12192000"/>
              <a:gd name="connsiteY134" fmla="*/ 431295 h 5013196"/>
              <a:gd name="connsiteX135" fmla="*/ 10184585 w 12192000"/>
              <a:gd name="connsiteY135" fmla="*/ 420356 h 5013196"/>
              <a:gd name="connsiteX136" fmla="*/ 10366435 w 12192000"/>
              <a:gd name="connsiteY136" fmla="*/ 475646 h 5013196"/>
              <a:gd name="connsiteX137" fmla="*/ 10688220 w 12192000"/>
              <a:gd name="connsiteY137" fmla="*/ 555476 h 5013196"/>
              <a:gd name="connsiteX138" fmla="*/ 11026690 w 12192000"/>
              <a:gd name="connsiteY138" fmla="*/ 563899 h 5013196"/>
              <a:gd name="connsiteX139" fmla="*/ 11113779 w 12192000"/>
              <a:gd name="connsiteY139" fmla="*/ 547086 h 5013196"/>
              <a:gd name="connsiteX140" fmla="*/ 11369556 w 12192000"/>
              <a:gd name="connsiteY140" fmla="*/ 504937 h 5013196"/>
              <a:gd name="connsiteX141" fmla="*/ 11623342 w 12192000"/>
              <a:gd name="connsiteY141" fmla="*/ 401646 h 5013196"/>
              <a:gd name="connsiteX142" fmla="*/ 11786511 w 12192000"/>
              <a:gd name="connsiteY142" fmla="*/ 371608 h 5013196"/>
              <a:gd name="connsiteX143" fmla="*/ 11862577 w 12192000"/>
              <a:gd name="connsiteY143" fmla="*/ 343767 h 5013196"/>
              <a:gd name="connsiteX144" fmla="*/ 11916612 w 12192000"/>
              <a:gd name="connsiteY144" fmla="*/ 337028 h 5013196"/>
              <a:gd name="connsiteX145" fmla="*/ 11948830 w 12192000"/>
              <a:gd name="connsiteY145" fmla="*/ 331280 h 5013196"/>
              <a:gd name="connsiteX146" fmla="*/ 12001583 w 12192000"/>
              <a:gd name="connsiteY146" fmla="*/ 292861 h 5013196"/>
              <a:gd name="connsiteX147" fmla="*/ 12174977 w 12192000"/>
              <a:gd name="connsiteY147" fmla="*/ 277870 h 5013196"/>
              <a:gd name="connsiteX148" fmla="*/ 12192000 w 12192000"/>
              <a:gd name="connsiteY148" fmla="*/ 269767 h 5013196"/>
              <a:gd name="connsiteX149" fmla="*/ 12192000 w 12192000"/>
              <a:gd name="connsiteY149" fmla="*/ 5013196 h 5013196"/>
              <a:gd name="connsiteX150" fmla="*/ 0 w 12192000"/>
              <a:gd name="connsiteY150" fmla="*/ 5013196 h 5013196"/>
              <a:gd name="connsiteX151" fmla="*/ 0 w 12192000"/>
              <a:gd name="connsiteY151" fmla="*/ 630667 h 5013196"/>
              <a:gd name="connsiteX152" fmla="*/ 11075 w 12192000"/>
              <a:gd name="connsiteY152" fmla="*/ 628396 h 5013196"/>
              <a:gd name="connsiteX153" fmla="*/ 44061 w 12192000"/>
              <a:gd name="connsiteY153" fmla="*/ 621814 h 5013196"/>
              <a:gd name="connsiteX154" fmla="*/ 136694 w 12192000"/>
              <a:gd name="connsiteY154" fmla="*/ 569633 h 5013196"/>
              <a:gd name="connsiteX155" fmla="*/ 170342 w 12192000"/>
              <a:gd name="connsiteY155" fmla="*/ 564295 h 5013196"/>
              <a:gd name="connsiteX156" fmla="*/ 168955 w 12192000"/>
              <a:gd name="connsiteY156" fmla="*/ 555382 h 5013196"/>
              <a:gd name="connsiteX157" fmla="*/ 181474 w 12192000"/>
              <a:gd name="connsiteY157" fmla="*/ 554499 h 5013196"/>
              <a:gd name="connsiteX158" fmla="*/ 209440 w 12192000"/>
              <a:gd name="connsiteY158" fmla="*/ 553779 h 5013196"/>
              <a:gd name="connsiteX159" fmla="*/ 293152 w 12192000"/>
              <a:gd name="connsiteY159" fmla="*/ 549794 h 5013196"/>
              <a:gd name="connsiteX160" fmla="*/ 315693 w 12192000"/>
              <a:gd name="connsiteY160" fmla="*/ 532248 h 5013196"/>
              <a:gd name="connsiteX161" fmla="*/ 337305 w 12192000"/>
              <a:gd name="connsiteY161" fmla="*/ 531590 h 5013196"/>
              <a:gd name="connsiteX162" fmla="*/ 462252 w 12192000"/>
              <a:gd name="connsiteY162" fmla="*/ 506369 h 5013196"/>
              <a:gd name="connsiteX163" fmla="*/ 479457 w 12192000"/>
              <a:gd name="connsiteY163" fmla="*/ 504341 h 5013196"/>
              <a:gd name="connsiteX164" fmla="*/ 488653 w 12192000"/>
              <a:gd name="connsiteY164" fmla="*/ 496475 h 5013196"/>
              <a:gd name="connsiteX165" fmla="*/ 522053 w 12192000"/>
              <a:gd name="connsiteY165" fmla="*/ 494343 h 5013196"/>
              <a:gd name="connsiteX166" fmla="*/ 523520 w 12192000"/>
              <a:gd name="connsiteY166" fmla="*/ 489931 h 5013196"/>
              <a:gd name="connsiteX167" fmla="*/ 632714 w 12192000"/>
              <a:gd name="connsiteY167" fmla="*/ 450319 h 5013196"/>
              <a:gd name="connsiteX168" fmla="*/ 651426 w 12192000"/>
              <a:gd name="connsiteY168" fmla="*/ 443762 h 5013196"/>
              <a:gd name="connsiteX169" fmla="*/ 667724 w 12192000"/>
              <a:gd name="connsiteY169" fmla="*/ 445356 h 5013196"/>
              <a:gd name="connsiteX170" fmla="*/ 757679 w 12192000"/>
              <a:gd name="connsiteY170" fmla="*/ 438363 h 5013196"/>
              <a:gd name="connsiteX171" fmla="*/ 779159 w 12192000"/>
              <a:gd name="connsiteY171" fmla="*/ 441277 h 5013196"/>
              <a:gd name="connsiteX172" fmla="*/ 788293 w 12192000"/>
              <a:gd name="connsiteY172" fmla="*/ 448081 h 5013196"/>
              <a:gd name="connsiteX173" fmla="*/ 822923 w 12192000"/>
              <a:gd name="connsiteY173" fmla="*/ 434292 h 5013196"/>
              <a:gd name="connsiteX174" fmla="*/ 876559 w 12192000"/>
              <a:gd name="connsiteY174" fmla="*/ 424306 h 5013196"/>
              <a:gd name="connsiteX175" fmla="*/ 902011 w 12192000"/>
              <a:gd name="connsiteY175" fmla="*/ 417336 h 5013196"/>
              <a:gd name="connsiteX176" fmla="*/ 922715 w 12192000"/>
              <a:gd name="connsiteY176" fmla="*/ 420917 h 5013196"/>
              <a:gd name="connsiteX177" fmla="*/ 1040139 w 12192000"/>
              <a:gd name="connsiteY177" fmla="*/ 419808 h 5013196"/>
              <a:gd name="connsiteX178" fmla="*/ 1067251 w 12192000"/>
              <a:gd name="connsiteY178" fmla="*/ 425602 h 5013196"/>
              <a:gd name="connsiteX179" fmla="*/ 1080272 w 12192000"/>
              <a:gd name="connsiteY179" fmla="*/ 437887 h 5013196"/>
              <a:gd name="connsiteX180" fmla="*/ 1090219 w 12192000"/>
              <a:gd name="connsiteY180" fmla="*/ 433244 h 5013196"/>
              <a:gd name="connsiteX181" fmla="*/ 1161226 w 12192000"/>
              <a:gd name="connsiteY181" fmla="*/ 431522 h 5013196"/>
              <a:gd name="connsiteX182" fmla="*/ 1207525 w 12192000"/>
              <a:gd name="connsiteY182" fmla="*/ 429257 h 5013196"/>
              <a:gd name="connsiteX183" fmla="*/ 1210030 w 12192000"/>
              <a:gd name="connsiteY183" fmla="*/ 412023 h 5013196"/>
              <a:gd name="connsiteX184" fmla="*/ 1251170 w 12192000"/>
              <a:gd name="connsiteY184" fmla="*/ 405160 h 5013196"/>
              <a:gd name="connsiteX185" fmla="*/ 1295331 w 12192000"/>
              <a:gd name="connsiteY185" fmla="*/ 415400 h 5013196"/>
              <a:gd name="connsiteX186" fmla="*/ 1347118 w 12192000"/>
              <a:gd name="connsiteY186" fmla="*/ 412922 h 5013196"/>
              <a:gd name="connsiteX187" fmla="*/ 1378108 w 12192000"/>
              <a:gd name="connsiteY187" fmla="*/ 411628 h 5013196"/>
              <a:gd name="connsiteX188" fmla="*/ 1459192 w 12192000"/>
              <a:gd name="connsiteY188" fmla="*/ 394137 h 5013196"/>
              <a:gd name="connsiteX189" fmla="*/ 1590120 w 12192000"/>
              <a:gd name="connsiteY189" fmla="*/ 330826 h 5013196"/>
              <a:gd name="connsiteX190" fmla="*/ 1631417 w 12192000"/>
              <a:gd name="connsiteY190" fmla="*/ 321445 h 5013196"/>
              <a:gd name="connsiteX191" fmla="*/ 1638727 w 12192000"/>
              <a:gd name="connsiteY191" fmla="*/ 324828 h 5013196"/>
              <a:gd name="connsiteX192" fmla="*/ 1844438 w 12192000"/>
              <a:gd name="connsiteY192" fmla="*/ 284522 h 5013196"/>
              <a:gd name="connsiteX193" fmla="*/ 1881324 w 12192000"/>
              <a:gd name="connsiteY193" fmla="*/ 281715 h 5013196"/>
              <a:gd name="connsiteX194" fmla="*/ 1908999 w 12192000"/>
              <a:gd name="connsiteY194" fmla="*/ 282556 h 5013196"/>
              <a:gd name="connsiteX195" fmla="*/ 1974956 w 12192000"/>
              <a:gd name="connsiteY195" fmla="*/ 269176 h 5013196"/>
              <a:gd name="connsiteX196" fmla="*/ 2082409 w 12192000"/>
              <a:gd name="connsiteY196" fmla="*/ 240508 h 5013196"/>
              <a:gd name="connsiteX197" fmla="*/ 2105639 w 12192000"/>
              <a:gd name="connsiteY197" fmla="*/ 235866 h 5013196"/>
              <a:gd name="connsiteX198" fmla="*/ 2126992 w 12192000"/>
              <a:gd name="connsiteY198" fmla="*/ 237686 h 5013196"/>
              <a:gd name="connsiteX199" fmla="*/ 2133154 w 12192000"/>
              <a:gd name="connsiteY199" fmla="*/ 243170 h 5013196"/>
              <a:gd name="connsiteX200" fmla="*/ 2146154 w 12192000"/>
              <a:gd name="connsiteY200" fmla="*/ 241550 h 5013196"/>
              <a:gd name="connsiteX201" fmla="*/ 2149901 w 12192000"/>
              <a:gd name="connsiteY201" fmla="*/ 242334 h 5013196"/>
              <a:gd name="connsiteX202" fmla="*/ 2171100 w 12192000"/>
              <a:gd name="connsiteY202" fmla="*/ 245607 h 5013196"/>
              <a:gd name="connsiteX203" fmla="*/ 2209148 w 12192000"/>
              <a:gd name="connsiteY203" fmla="*/ 222443 h 5013196"/>
              <a:gd name="connsiteX204" fmla="*/ 2261889 w 12192000"/>
              <a:gd name="connsiteY204" fmla="*/ 218750 h 5013196"/>
              <a:gd name="connsiteX205" fmla="*/ 2452315 w 12192000"/>
              <a:gd name="connsiteY205" fmla="*/ 166117 h 5013196"/>
              <a:gd name="connsiteX206" fmla="*/ 2487710 w 12192000"/>
              <a:gd name="connsiteY206" fmla="*/ 182485 h 5013196"/>
              <a:gd name="connsiteX207" fmla="*/ 2567870 w 12192000"/>
              <a:gd name="connsiteY207" fmla="*/ 169640 h 5013196"/>
              <a:gd name="connsiteX208" fmla="*/ 2677053 w 12192000"/>
              <a:gd name="connsiteY208" fmla="*/ 105731 h 5013196"/>
              <a:gd name="connsiteX209" fmla="*/ 2823914 w 12192000"/>
              <a:gd name="connsiteY209" fmla="*/ 80085 h 5013196"/>
              <a:gd name="connsiteX210" fmla="*/ 2831912 w 12192000"/>
              <a:gd name="connsiteY210" fmla="*/ 68644 h 5013196"/>
              <a:gd name="connsiteX211" fmla="*/ 2843870 w 12192000"/>
              <a:gd name="connsiteY211" fmla="*/ 60725 h 5013196"/>
              <a:gd name="connsiteX212" fmla="*/ 2846217 w 12192000"/>
              <a:gd name="connsiteY212" fmla="*/ 61243 h 5013196"/>
              <a:gd name="connsiteX213" fmla="*/ 2862745 w 12192000"/>
              <a:gd name="connsiteY213" fmla="*/ 56460 h 5013196"/>
              <a:gd name="connsiteX214" fmla="*/ 2864596 w 12192000"/>
              <a:gd name="connsiteY214" fmla="*/ 52436 h 5013196"/>
              <a:gd name="connsiteX215" fmla="*/ 2875381 w 12192000"/>
              <a:gd name="connsiteY215" fmla="*/ 48221 h 5013196"/>
              <a:gd name="connsiteX216" fmla="*/ 2895139 w 12192000"/>
              <a:gd name="connsiteY216" fmla="*/ 37404 h 5013196"/>
              <a:gd name="connsiteX217" fmla="*/ 2900232 w 12192000"/>
              <a:gd name="connsiteY217" fmla="*/ 37736 h 5013196"/>
              <a:gd name="connsiteX218" fmla="*/ 2932205 w 12192000"/>
              <a:gd name="connsiteY218" fmla="*/ 25091 h 5013196"/>
              <a:gd name="connsiteX219" fmla="*/ 2933310 w 12192000"/>
              <a:gd name="connsiteY219" fmla="*/ 26034 h 5013196"/>
              <a:gd name="connsiteX220" fmla="*/ 2945218 w 12192000"/>
              <a:gd name="connsiteY220" fmla="*/ 27359 h 5013196"/>
              <a:gd name="connsiteX221" fmla="*/ 2966465 w 12192000"/>
              <a:gd name="connsiteY221" fmla="*/ 27335 h 5013196"/>
              <a:gd name="connsiteX222" fmla="*/ 3023668 w 12192000"/>
              <a:gd name="connsiteY222" fmla="*/ 41123 h 5013196"/>
              <a:gd name="connsiteX223" fmla="*/ 3057077 w 12192000"/>
              <a:gd name="connsiteY223" fmla="*/ 28063 h 5013196"/>
              <a:gd name="connsiteX224" fmla="*/ 3151915 w 12192000"/>
              <a:gd name="connsiteY224" fmla="*/ 24461 h 5013196"/>
              <a:gd name="connsiteX225" fmla="*/ 3251671 w 12192000"/>
              <a:gd name="connsiteY225" fmla="*/ 44793 h 5013196"/>
              <a:gd name="connsiteX226" fmla="*/ 3351400 w 12192000"/>
              <a:gd name="connsiteY226" fmla="*/ 45905 h 5013196"/>
              <a:gd name="connsiteX227" fmla="*/ 3387481 w 12192000"/>
              <a:gd name="connsiteY227" fmla="*/ 44661 h 5013196"/>
              <a:gd name="connsiteX228" fmla="*/ 3451923 w 12192000"/>
              <a:gd name="connsiteY228" fmla="*/ 49700 h 5013196"/>
              <a:gd name="connsiteX229" fmla="*/ 3481520 w 12192000"/>
              <a:gd name="connsiteY229" fmla="*/ 56505 h 5013196"/>
              <a:gd name="connsiteX230" fmla="*/ 3482804 w 12192000"/>
              <a:gd name="connsiteY230" fmla="*/ 56030 h 5013196"/>
              <a:gd name="connsiteX231" fmla="*/ 3485495 w 12192000"/>
              <a:gd name="connsiteY231" fmla="*/ 59139 h 5013196"/>
              <a:gd name="connsiteX232" fmla="*/ 3490972 w 12192000"/>
              <a:gd name="connsiteY232" fmla="*/ 60504 h 5013196"/>
              <a:gd name="connsiteX233" fmla="*/ 3505835 w 12192000"/>
              <a:gd name="connsiteY233" fmla="*/ 59295 h 5013196"/>
              <a:gd name="connsiteX234" fmla="*/ 3511410 w 12192000"/>
              <a:gd name="connsiteY234" fmla="*/ 58026 h 5013196"/>
              <a:gd name="connsiteX235" fmla="*/ 3519598 w 12192000"/>
              <a:gd name="connsiteY235" fmla="*/ 57901 h 5013196"/>
              <a:gd name="connsiteX236" fmla="*/ 3519807 w 12192000"/>
              <a:gd name="connsiteY236" fmla="*/ 58156 h 5013196"/>
              <a:gd name="connsiteX237" fmla="*/ 3527466 w 12192000"/>
              <a:gd name="connsiteY237" fmla="*/ 57534 h 5013196"/>
              <a:gd name="connsiteX238" fmla="*/ 3564889 w 12192000"/>
              <a:gd name="connsiteY238" fmla="*/ 51208 h 5013196"/>
              <a:gd name="connsiteX239" fmla="*/ 3614922 w 12192000"/>
              <a:gd name="connsiteY239" fmla="*/ 75022 h 5013196"/>
              <a:gd name="connsiteX240" fmla="*/ 3635506 w 12192000"/>
              <a:gd name="connsiteY240" fmla="*/ 78936 h 5013196"/>
              <a:gd name="connsiteX241" fmla="*/ 3646525 w 12192000"/>
              <a:gd name="connsiteY241" fmla="*/ 82411 h 5013196"/>
              <a:gd name="connsiteX242" fmla="*/ 3647224 w 12192000"/>
              <a:gd name="connsiteY242" fmla="*/ 83521 h 5013196"/>
              <a:gd name="connsiteX243" fmla="*/ 3683100 w 12192000"/>
              <a:gd name="connsiteY243" fmla="*/ 77327 h 5013196"/>
              <a:gd name="connsiteX244" fmla="*/ 3687901 w 12192000"/>
              <a:gd name="connsiteY244" fmla="*/ 78590 h 5013196"/>
              <a:gd name="connsiteX245" fmla="*/ 3711234 w 12192000"/>
              <a:gd name="connsiteY245" fmla="*/ 71883 h 5013196"/>
              <a:gd name="connsiteX246" fmla="*/ 3723318 w 12192000"/>
              <a:gd name="connsiteY246" fmla="*/ 69843 h 5013196"/>
              <a:gd name="connsiteX247" fmla="*/ 3726677 w 12192000"/>
              <a:gd name="connsiteY247" fmla="*/ 66330 h 5013196"/>
              <a:gd name="connsiteX248" fmla="*/ 3744535 w 12192000"/>
              <a:gd name="connsiteY248" fmla="*/ 64808 h 5013196"/>
              <a:gd name="connsiteX249" fmla="*/ 3746608 w 12192000"/>
              <a:gd name="connsiteY249" fmla="*/ 65740 h 5013196"/>
              <a:gd name="connsiteX250" fmla="*/ 3761262 w 12192000"/>
              <a:gd name="connsiteY250" fmla="*/ 60365 h 5013196"/>
              <a:gd name="connsiteX251" fmla="*/ 3773451 w 12192000"/>
              <a:gd name="connsiteY251" fmla="*/ 50884 h 5013196"/>
              <a:gd name="connsiteX252" fmla="*/ 3925626 w 12192000"/>
              <a:gd name="connsiteY252" fmla="*/ 53519 h 5013196"/>
              <a:gd name="connsiteX253" fmla="*/ 4056184 w 12192000"/>
              <a:gd name="connsiteY253" fmla="*/ 12503 h 5013196"/>
              <a:gd name="connsiteX254" fmla="*/ 4142196 w 12192000"/>
              <a:gd name="connsiteY254" fmla="*/ 33 h 5013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5013196">
                <a:moveTo>
                  <a:pt x="4142196" y="33"/>
                </a:moveTo>
                <a:cubicBezTo>
                  <a:pt x="4148062" y="-396"/>
                  <a:pt x="4148371" y="3330"/>
                  <a:pt x="4138795" y="15046"/>
                </a:cubicBezTo>
                <a:cubicBezTo>
                  <a:pt x="4157457" y="11498"/>
                  <a:pt x="4177037" y="25445"/>
                  <a:pt x="4166706" y="37291"/>
                </a:cubicBezTo>
                <a:cubicBezTo>
                  <a:pt x="4223118" y="11323"/>
                  <a:pt x="4307498" y="34620"/>
                  <a:pt x="4371550" y="22134"/>
                </a:cubicBezTo>
                <a:cubicBezTo>
                  <a:pt x="4407078" y="48914"/>
                  <a:pt x="4387627" y="23893"/>
                  <a:pt x="4424056" y="28369"/>
                </a:cubicBezTo>
                <a:cubicBezTo>
                  <a:pt x="4413661" y="3313"/>
                  <a:pt x="4468424" y="41731"/>
                  <a:pt x="4469897" y="13218"/>
                </a:cubicBezTo>
                <a:cubicBezTo>
                  <a:pt x="4476479" y="14935"/>
                  <a:pt x="4482810" y="17498"/>
                  <a:pt x="4489151" y="20285"/>
                </a:cubicBezTo>
                <a:lnTo>
                  <a:pt x="4492479" y="21730"/>
                </a:lnTo>
                <a:lnTo>
                  <a:pt x="4505693" y="22584"/>
                </a:lnTo>
                <a:lnTo>
                  <a:pt x="4509529" y="28985"/>
                </a:lnTo>
                <a:lnTo>
                  <a:pt x="4529499" y="34687"/>
                </a:lnTo>
                <a:cubicBezTo>
                  <a:pt x="4536963" y="35869"/>
                  <a:pt x="4544973" y="36029"/>
                  <a:pt x="4553795" y="34541"/>
                </a:cubicBezTo>
                <a:cubicBezTo>
                  <a:pt x="4575351" y="22864"/>
                  <a:pt x="4609487" y="36086"/>
                  <a:pt x="4640118" y="34699"/>
                </a:cubicBezTo>
                <a:lnTo>
                  <a:pt x="4654127" y="30952"/>
                </a:lnTo>
                <a:lnTo>
                  <a:pt x="4700168" y="35953"/>
                </a:lnTo>
                <a:cubicBezTo>
                  <a:pt x="4713264" y="36848"/>
                  <a:pt x="4726846" y="37197"/>
                  <a:pt x="4741127" y="36527"/>
                </a:cubicBezTo>
                <a:lnTo>
                  <a:pt x="4767598" y="33272"/>
                </a:lnTo>
                <a:lnTo>
                  <a:pt x="4774592" y="35449"/>
                </a:lnTo>
                <a:cubicBezTo>
                  <a:pt x="4786697" y="34976"/>
                  <a:pt x="4802577" y="26578"/>
                  <a:pt x="4801328" y="36454"/>
                </a:cubicBezTo>
                <a:lnTo>
                  <a:pt x="4814870" y="32797"/>
                </a:lnTo>
                <a:lnTo>
                  <a:pt x="4828440" y="40415"/>
                </a:lnTo>
                <a:cubicBezTo>
                  <a:pt x="4829942" y="42215"/>
                  <a:pt x="4831084" y="44138"/>
                  <a:pt x="4831826" y="46118"/>
                </a:cubicBezTo>
                <a:lnTo>
                  <a:pt x="4850785" y="43190"/>
                </a:lnTo>
                <a:lnTo>
                  <a:pt x="4866468" y="48539"/>
                </a:lnTo>
                <a:lnTo>
                  <a:pt x="4879983" y="44615"/>
                </a:lnTo>
                <a:lnTo>
                  <a:pt x="4885635" y="45342"/>
                </a:lnTo>
                <a:lnTo>
                  <a:pt x="4899698" y="47876"/>
                </a:lnTo>
                <a:cubicBezTo>
                  <a:pt x="4906918" y="49699"/>
                  <a:pt x="4915001" y="51908"/>
                  <a:pt x="4923986" y="53632"/>
                </a:cubicBezTo>
                <a:lnTo>
                  <a:pt x="4931544" y="54358"/>
                </a:lnTo>
                <a:lnTo>
                  <a:pt x="4948135" y="63529"/>
                </a:lnTo>
                <a:cubicBezTo>
                  <a:pt x="4960212" y="70470"/>
                  <a:pt x="4969702" y="75124"/>
                  <a:pt x="4980068" y="71052"/>
                </a:cubicBezTo>
                <a:cubicBezTo>
                  <a:pt x="4998023" y="79978"/>
                  <a:pt x="5010918" y="105669"/>
                  <a:pt x="5036541" y="98293"/>
                </a:cubicBezTo>
                <a:cubicBezTo>
                  <a:pt x="5028940" y="110173"/>
                  <a:pt x="5065159" y="99199"/>
                  <a:pt x="5069678" y="111179"/>
                </a:cubicBezTo>
                <a:cubicBezTo>
                  <a:pt x="5071842" y="120855"/>
                  <a:pt x="5083332" y="119782"/>
                  <a:pt x="5092160" y="123203"/>
                </a:cubicBezTo>
                <a:cubicBezTo>
                  <a:pt x="5098585" y="133008"/>
                  <a:pt x="5142841" y="141271"/>
                  <a:pt x="5158166" y="139568"/>
                </a:cubicBezTo>
                <a:cubicBezTo>
                  <a:pt x="5201256" y="128920"/>
                  <a:pt x="5236783" y="168222"/>
                  <a:pt x="5271252" y="160738"/>
                </a:cubicBezTo>
                <a:cubicBezTo>
                  <a:pt x="5280328" y="161512"/>
                  <a:pt x="5287877" y="163623"/>
                  <a:pt x="5294438" y="166556"/>
                </a:cubicBezTo>
                <a:lnTo>
                  <a:pt x="5310840" y="176769"/>
                </a:lnTo>
                <a:cubicBezTo>
                  <a:pt x="5311084" y="179074"/>
                  <a:pt x="5311328" y="181377"/>
                  <a:pt x="5311570" y="183681"/>
                </a:cubicBezTo>
                <a:lnTo>
                  <a:pt x="5323756" y="187718"/>
                </a:lnTo>
                <a:lnTo>
                  <a:pt x="5326259" y="189880"/>
                </a:lnTo>
                <a:cubicBezTo>
                  <a:pt x="5331024" y="194034"/>
                  <a:pt x="5335878" y="197977"/>
                  <a:pt x="5341357" y="201193"/>
                </a:cubicBezTo>
                <a:cubicBezTo>
                  <a:pt x="5355787" y="174949"/>
                  <a:pt x="5390353" y="224216"/>
                  <a:pt x="5391908" y="198291"/>
                </a:cubicBezTo>
                <a:cubicBezTo>
                  <a:pt x="5424533" y="211393"/>
                  <a:pt x="5417454" y="183279"/>
                  <a:pt x="5439031" y="216975"/>
                </a:cubicBezTo>
                <a:cubicBezTo>
                  <a:pt x="5505697" y="221021"/>
                  <a:pt x="5575360" y="263433"/>
                  <a:pt x="5640913" y="253028"/>
                </a:cubicBezTo>
                <a:cubicBezTo>
                  <a:pt x="5625666" y="261550"/>
                  <a:pt x="5637932" y="279363"/>
                  <a:pt x="5657312" y="280626"/>
                </a:cubicBezTo>
                <a:cubicBezTo>
                  <a:pt x="5599451" y="314971"/>
                  <a:pt x="5750508" y="268765"/>
                  <a:pt x="5734773" y="303244"/>
                </a:cubicBezTo>
                <a:cubicBezTo>
                  <a:pt x="5761561" y="276899"/>
                  <a:pt x="5869387" y="261233"/>
                  <a:pt x="5877770" y="296965"/>
                </a:cubicBezTo>
                <a:cubicBezTo>
                  <a:pt x="5915819" y="308827"/>
                  <a:pt x="5955621" y="307835"/>
                  <a:pt x="5989615" y="319663"/>
                </a:cubicBezTo>
                <a:lnTo>
                  <a:pt x="5996857" y="323549"/>
                </a:lnTo>
                <a:lnTo>
                  <a:pt x="6037387" y="312526"/>
                </a:lnTo>
                <a:cubicBezTo>
                  <a:pt x="6073044" y="306507"/>
                  <a:pt x="6106738" y="308466"/>
                  <a:pt x="6113074" y="325845"/>
                </a:cubicBezTo>
                <a:cubicBezTo>
                  <a:pt x="6172518" y="336304"/>
                  <a:pt x="6233561" y="323646"/>
                  <a:pt x="6280929" y="350444"/>
                </a:cubicBezTo>
                <a:cubicBezTo>
                  <a:pt x="6286383" y="347055"/>
                  <a:pt x="6292357" y="344643"/>
                  <a:pt x="6298665" y="342931"/>
                </a:cubicBezTo>
                <a:lnTo>
                  <a:pt x="6317326" y="339794"/>
                </a:lnTo>
                <a:lnTo>
                  <a:pt x="6319212" y="341004"/>
                </a:lnTo>
                <a:cubicBezTo>
                  <a:pt x="6328393" y="343898"/>
                  <a:pt x="6334701" y="343685"/>
                  <a:pt x="6339724" y="342098"/>
                </a:cubicBezTo>
                <a:lnTo>
                  <a:pt x="6345010" y="339148"/>
                </a:lnTo>
                <a:lnTo>
                  <a:pt x="6359332" y="338899"/>
                </a:lnTo>
                <a:lnTo>
                  <a:pt x="6388220" y="335714"/>
                </a:lnTo>
                <a:lnTo>
                  <a:pt x="6392994" y="337644"/>
                </a:lnTo>
                <a:lnTo>
                  <a:pt x="6435581" y="336775"/>
                </a:lnTo>
                <a:cubicBezTo>
                  <a:pt x="6435677" y="337170"/>
                  <a:pt x="6435772" y="337567"/>
                  <a:pt x="6435870" y="337963"/>
                </a:cubicBezTo>
                <a:cubicBezTo>
                  <a:pt x="6437488" y="340605"/>
                  <a:pt x="6440513" y="342516"/>
                  <a:pt x="6446571" y="342957"/>
                </a:cubicBezTo>
                <a:cubicBezTo>
                  <a:pt x="6432902" y="359852"/>
                  <a:pt x="6448636" y="349961"/>
                  <a:pt x="6467701" y="349765"/>
                </a:cubicBezTo>
                <a:cubicBezTo>
                  <a:pt x="6450726" y="375964"/>
                  <a:pt x="6507518" y="364791"/>
                  <a:pt x="6512727" y="380305"/>
                </a:cubicBezTo>
                <a:cubicBezTo>
                  <a:pt x="6527112" y="379570"/>
                  <a:pt x="6542020" y="379271"/>
                  <a:pt x="6557094" y="379532"/>
                </a:cubicBezTo>
                <a:lnTo>
                  <a:pt x="6565879" y="380030"/>
                </a:lnTo>
                <a:cubicBezTo>
                  <a:pt x="6565919" y="380123"/>
                  <a:pt x="6565958" y="380216"/>
                  <a:pt x="6565997" y="380310"/>
                </a:cubicBezTo>
                <a:cubicBezTo>
                  <a:pt x="6567779" y="380994"/>
                  <a:pt x="6570621" y="381376"/>
                  <a:pt x="6575147" y="381374"/>
                </a:cubicBezTo>
                <a:lnTo>
                  <a:pt x="6581899" y="380938"/>
                </a:lnTo>
                <a:lnTo>
                  <a:pt x="6598943" y="381906"/>
                </a:lnTo>
                <a:lnTo>
                  <a:pt x="6604421" y="384033"/>
                </a:lnTo>
                <a:lnTo>
                  <a:pt x="6606035" y="387465"/>
                </a:lnTo>
                <a:lnTo>
                  <a:pt x="6607669" y="387186"/>
                </a:lnTo>
                <a:cubicBezTo>
                  <a:pt x="6620475" y="382131"/>
                  <a:pt x="6625312" y="374007"/>
                  <a:pt x="6637532" y="398125"/>
                </a:cubicBezTo>
                <a:cubicBezTo>
                  <a:pt x="6666345" y="390437"/>
                  <a:pt x="6669861" y="404891"/>
                  <a:pt x="6706880" y="412381"/>
                </a:cubicBezTo>
                <a:cubicBezTo>
                  <a:pt x="6723837" y="404468"/>
                  <a:pt x="6736071" y="408511"/>
                  <a:pt x="6747500" y="416386"/>
                </a:cubicBezTo>
                <a:cubicBezTo>
                  <a:pt x="6784745" y="414659"/>
                  <a:pt x="6816872" y="426761"/>
                  <a:pt x="6857783" y="431905"/>
                </a:cubicBezTo>
                <a:cubicBezTo>
                  <a:pt x="6903934" y="423229"/>
                  <a:pt x="6923989" y="445532"/>
                  <a:pt x="6967720" y="450939"/>
                </a:cubicBezTo>
                <a:cubicBezTo>
                  <a:pt x="7008578" y="433412"/>
                  <a:pt x="6996867" y="470461"/>
                  <a:pt x="7018394" y="479831"/>
                </a:cubicBezTo>
                <a:lnTo>
                  <a:pt x="7024679" y="480968"/>
                </a:lnTo>
                <a:lnTo>
                  <a:pt x="7041715" y="479120"/>
                </a:lnTo>
                <a:lnTo>
                  <a:pt x="7048103" y="477610"/>
                </a:lnTo>
                <a:cubicBezTo>
                  <a:pt x="7052510" y="476872"/>
                  <a:pt x="7055450" y="476773"/>
                  <a:pt x="7057490" y="477135"/>
                </a:cubicBezTo>
                <a:lnTo>
                  <a:pt x="7057730" y="477383"/>
                </a:lnTo>
                <a:lnTo>
                  <a:pt x="7066511" y="476432"/>
                </a:lnTo>
                <a:cubicBezTo>
                  <a:pt x="7081316" y="474229"/>
                  <a:pt x="7095708" y="471522"/>
                  <a:pt x="7109401" y="468486"/>
                </a:cubicBezTo>
                <a:cubicBezTo>
                  <a:pt x="7121361" y="482413"/>
                  <a:pt x="7171741" y="462549"/>
                  <a:pt x="7166830" y="490255"/>
                </a:cubicBezTo>
                <a:cubicBezTo>
                  <a:pt x="7185318" y="486971"/>
                  <a:pt x="7196261" y="474996"/>
                  <a:pt x="7190442" y="493308"/>
                </a:cubicBezTo>
                <a:cubicBezTo>
                  <a:pt x="7196540" y="492742"/>
                  <a:pt x="7200336" y="494071"/>
                  <a:pt x="7203083" y="496324"/>
                </a:cubicBezTo>
                <a:lnTo>
                  <a:pt x="7203894" y="497408"/>
                </a:lnTo>
                <a:lnTo>
                  <a:pt x="7245004" y="489662"/>
                </a:lnTo>
                <a:lnTo>
                  <a:pt x="7250514" y="490724"/>
                </a:lnTo>
                <a:lnTo>
                  <a:pt x="7277246" y="483000"/>
                </a:lnTo>
                <a:lnTo>
                  <a:pt x="7291092" y="480435"/>
                </a:lnTo>
                <a:lnTo>
                  <a:pt x="7294933" y="476767"/>
                </a:lnTo>
                <a:cubicBezTo>
                  <a:pt x="7299121" y="474441"/>
                  <a:pt x="7305176" y="473213"/>
                  <a:pt x="7315408" y="474478"/>
                </a:cubicBezTo>
                <a:lnTo>
                  <a:pt x="7317786" y="475324"/>
                </a:lnTo>
                <a:lnTo>
                  <a:pt x="7334572" y="469306"/>
                </a:lnTo>
                <a:cubicBezTo>
                  <a:pt x="7339959" y="466649"/>
                  <a:pt x="7344710" y="463382"/>
                  <a:pt x="7348520" y="459268"/>
                </a:cubicBezTo>
                <a:cubicBezTo>
                  <a:pt x="7406571" y="477093"/>
                  <a:pt x="7460434" y="455124"/>
                  <a:pt x="7522997" y="455427"/>
                </a:cubicBezTo>
                <a:cubicBezTo>
                  <a:pt x="7592791" y="446837"/>
                  <a:pt x="7640927" y="437451"/>
                  <a:pt x="7686985" y="433023"/>
                </a:cubicBezTo>
                <a:cubicBezTo>
                  <a:pt x="7708370" y="428668"/>
                  <a:pt x="7865878" y="410662"/>
                  <a:pt x="7854068" y="422992"/>
                </a:cubicBezTo>
                <a:cubicBezTo>
                  <a:pt x="7918669" y="394524"/>
                  <a:pt x="7960767" y="420179"/>
                  <a:pt x="8034165" y="404917"/>
                </a:cubicBezTo>
                <a:cubicBezTo>
                  <a:pt x="8074975" y="430280"/>
                  <a:pt x="8052607" y="405995"/>
                  <a:pt x="8094381" y="408936"/>
                </a:cubicBezTo>
                <a:cubicBezTo>
                  <a:pt x="8082391" y="384233"/>
                  <a:pt x="8145291" y="420455"/>
                  <a:pt x="8146898" y="391776"/>
                </a:cubicBezTo>
                <a:cubicBezTo>
                  <a:pt x="8154450" y="393217"/>
                  <a:pt x="8161714" y="395521"/>
                  <a:pt x="8168993" y="398048"/>
                </a:cubicBezTo>
                <a:lnTo>
                  <a:pt x="8172809" y="399355"/>
                </a:lnTo>
                <a:lnTo>
                  <a:pt x="8187962" y="399651"/>
                </a:lnTo>
                <a:lnTo>
                  <a:pt x="8192382" y="405910"/>
                </a:lnTo>
                <a:lnTo>
                  <a:pt x="8375192" y="397097"/>
                </a:lnTo>
                <a:cubicBezTo>
                  <a:pt x="8390681" y="391124"/>
                  <a:pt x="8442343" y="386212"/>
                  <a:pt x="8454377" y="393549"/>
                </a:cubicBezTo>
                <a:cubicBezTo>
                  <a:pt x="8465613" y="394229"/>
                  <a:pt x="8477337" y="389940"/>
                  <a:pt x="8484740" y="398377"/>
                </a:cubicBezTo>
                <a:cubicBezTo>
                  <a:pt x="8509291" y="401173"/>
                  <a:pt x="8565518" y="407621"/>
                  <a:pt x="8601673" y="410319"/>
                </a:cubicBezTo>
                <a:cubicBezTo>
                  <a:pt x="8619550" y="396781"/>
                  <a:pt x="8652058" y="416886"/>
                  <a:pt x="8701676" y="414569"/>
                </a:cubicBezTo>
                <a:cubicBezTo>
                  <a:pt x="8721163" y="399040"/>
                  <a:pt x="8735137" y="413192"/>
                  <a:pt x="8773288" y="391295"/>
                </a:cubicBezTo>
                <a:cubicBezTo>
                  <a:pt x="8775124" y="392937"/>
                  <a:pt x="8777353" y="394408"/>
                  <a:pt x="8779909" y="395664"/>
                </a:cubicBezTo>
                <a:cubicBezTo>
                  <a:pt x="8794759" y="402954"/>
                  <a:pt x="8817153" y="401520"/>
                  <a:pt x="8829932" y="392461"/>
                </a:cubicBezTo>
                <a:cubicBezTo>
                  <a:pt x="8891235" y="362336"/>
                  <a:pt x="8949370" y="358860"/>
                  <a:pt x="9003386" y="349460"/>
                </a:cubicBezTo>
                <a:cubicBezTo>
                  <a:pt x="9064740" y="341657"/>
                  <a:pt x="9026331" y="373992"/>
                  <a:pt x="9101185" y="344080"/>
                </a:cubicBezTo>
                <a:cubicBezTo>
                  <a:pt x="9110310" y="353604"/>
                  <a:pt x="9120116" y="353365"/>
                  <a:pt x="9136185" y="347296"/>
                </a:cubicBezTo>
                <a:cubicBezTo>
                  <a:pt x="9166057" y="344262"/>
                  <a:pt x="9165783" y="369927"/>
                  <a:pt x="9194801" y="352367"/>
                </a:cubicBezTo>
                <a:cubicBezTo>
                  <a:pt x="9190472" y="366462"/>
                  <a:pt x="9252023" y="353523"/>
                  <a:pt x="9239316" y="368776"/>
                </a:cubicBezTo>
                <a:cubicBezTo>
                  <a:pt x="9259813" y="379833"/>
                  <a:pt x="9267827" y="358579"/>
                  <a:pt x="9288052" y="368014"/>
                </a:cubicBezTo>
                <a:cubicBezTo>
                  <a:pt x="9310099" y="368953"/>
                  <a:pt x="9274359" y="354287"/>
                  <a:pt x="9298465" y="351514"/>
                </a:cubicBezTo>
                <a:cubicBezTo>
                  <a:pt x="9327883" y="350627"/>
                  <a:pt x="9325850" y="325510"/>
                  <a:pt x="9350892" y="355996"/>
                </a:cubicBezTo>
                <a:lnTo>
                  <a:pt x="9430522" y="364586"/>
                </a:lnTo>
                <a:cubicBezTo>
                  <a:pt x="9447485" y="355425"/>
                  <a:pt x="9461870" y="358450"/>
                  <a:pt x="9476215" y="365325"/>
                </a:cubicBezTo>
                <a:cubicBezTo>
                  <a:pt x="9516917" y="360669"/>
                  <a:pt x="9555019" y="370080"/>
                  <a:pt x="9601276" y="371922"/>
                </a:cubicBezTo>
                <a:cubicBezTo>
                  <a:pt x="9650279" y="359692"/>
                  <a:pt x="9677305" y="380141"/>
                  <a:pt x="9726733" y="382019"/>
                </a:cubicBezTo>
                <a:cubicBezTo>
                  <a:pt x="9773839" y="358530"/>
                  <a:pt x="9760877" y="410908"/>
                  <a:pt x="9802144" y="407697"/>
                </a:cubicBezTo>
                <a:cubicBezTo>
                  <a:pt x="9868120" y="385365"/>
                  <a:pt x="9801669" y="424896"/>
                  <a:pt x="9905153" y="413868"/>
                </a:cubicBezTo>
                <a:cubicBezTo>
                  <a:pt x="9910811" y="410359"/>
                  <a:pt x="9923612" y="413238"/>
                  <a:pt x="9922553" y="417787"/>
                </a:cubicBezTo>
                <a:cubicBezTo>
                  <a:pt x="9945213" y="415195"/>
                  <a:pt x="10012509" y="437971"/>
                  <a:pt x="10044658" y="431295"/>
                </a:cubicBezTo>
                <a:cubicBezTo>
                  <a:pt x="10108994" y="441322"/>
                  <a:pt x="10138326" y="418598"/>
                  <a:pt x="10184585" y="420356"/>
                </a:cubicBezTo>
                <a:cubicBezTo>
                  <a:pt x="10238805" y="433245"/>
                  <a:pt x="10270973" y="446023"/>
                  <a:pt x="10366435" y="475646"/>
                </a:cubicBezTo>
                <a:lnTo>
                  <a:pt x="10688220" y="555476"/>
                </a:lnTo>
                <a:cubicBezTo>
                  <a:pt x="10812002" y="626549"/>
                  <a:pt x="10955764" y="565297"/>
                  <a:pt x="11026690" y="563899"/>
                </a:cubicBezTo>
                <a:cubicBezTo>
                  <a:pt x="11053150" y="535972"/>
                  <a:pt x="11079708" y="560938"/>
                  <a:pt x="11113779" y="547086"/>
                </a:cubicBezTo>
                <a:cubicBezTo>
                  <a:pt x="11191398" y="533240"/>
                  <a:pt x="11265999" y="496724"/>
                  <a:pt x="11369556" y="504937"/>
                </a:cubicBezTo>
                <a:cubicBezTo>
                  <a:pt x="11406977" y="422376"/>
                  <a:pt x="11530972" y="456417"/>
                  <a:pt x="11623342" y="401646"/>
                </a:cubicBezTo>
                <a:cubicBezTo>
                  <a:pt x="11678749" y="386540"/>
                  <a:pt x="11771467" y="415601"/>
                  <a:pt x="11786511" y="371608"/>
                </a:cubicBezTo>
                <a:cubicBezTo>
                  <a:pt x="11815065" y="394479"/>
                  <a:pt x="11834769" y="350469"/>
                  <a:pt x="11862577" y="343767"/>
                </a:cubicBezTo>
                <a:cubicBezTo>
                  <a:pt x="11886839" y="357655"/>
                  <a:pt x="11896496" y="342356"/>
                  <a:pt x="11916612" y="337028"/>
                </a:cubicBezTo>
                <a:cubicBezTo>
                  <a:pt x="11926953" y="346090"/>
                  <a:pt x="11944208" y="343709"/>
                  <a:pt x="11948830" y="331280"/>
                </a:cubicBezTo>
                <a:cubicBezTo>
                  <a:pt x="11937556" y="304981"/>
                  <a:pt x="11999127" y="312097"/>
                  <a:pt x="12001583" y="292861"/>
                </a:cubicBezTo>
                <a:cubicBezTo>
                  <a:pt x="12027437" y="287117"/>
                  <a:pt x="12120562" y="289932"/>
                  <a:pt x="12174977" y="277870"/>
                </a:cubicBezTo>
                <a:lnTo>
                  <a:pt x="12192000" y="269767"/>
                </a:lnTo>
                <a:lnTo>
                  <a:pt x="12192000" y="5013196"/>
                </a:lnTo>
                <a:lnTo>
                  <a:pt x="0" y="5013196"/>
                </a:lnTo>
                <a:lnTo>
                  <a:pt x="0" y="630667"/>
                </a:lnTo>
                <a:lnTo>
                  <a:pt x="11075" y="628396"/>
                </a:lnTo>
                <a:cubicBezTo>
                  <a:pt x="23002" y="626376"/>
                  <a:pt x="33255" y="624731"/>
                  <a:pt x="44061" y="621814"/>
                </a:cubicBezTo>
                <a:cubicBezTo>
                  <a:pt x="78982" y="608550"/>
                  <a:pt x="115649" y="579219"/>
                  <a:pt x="136694" y="569633"/>
                </a:cubicBezTo>
                <a:lnTo>
                  <a:pt x="170342" y="564295"/>
                </a:lnTo>
                <a:cubicBezTo>
                  <a:pt x="169880" y="561325"/>
                  <a:pt x="169417" y="558353"/>
                  <a:pt x="168955" y="555382"/>
                </a:cubicBezTo>
                <a:lnTo>
                  <a:pt x="181474" y="554499"/>
                </a:lnTo>
                <a:lnTo>
                  <a:pt x="209440" y="553779"/>
                </a:lnTo>
                <a:cubicBezTo>
                  <a:pt x="226869" y="552113"/>
                  <a:pt x="275442" y="553383"/>
                  <a:pt x="293152" y="549794"/>
                </a:cubicBezTo>
                <a:cubicBezTo>
                  <a:pt x="298104" y="540169"/>
                  <a:pt x="305921" y="534831"/>
                  <a:pt x="315693" y="532248"/>
                </a:cubicBezTo>
                <a:lnTo>
                  <a:pt x="337305" y="531590"/>
                </a:lnTo>
                <a:lnTo>
                  <a:pt x="462252" y="506369"/>
                </a:lnTo>
                <a:lnTo>
                  <a:pt x="479457" y="504341"/>
                </a:lnTo>
                <a:lnTo>
                  <a:pt x="488653" y="496475"/>
                </a:lnTo>
                <a:cubicBezTo>
                  <a:pt x="495751" y="494808"/>
                  <a:pt x="516240" y="495433"/>
                  <a:pt x="522053" y="494343"/>
                </a:cubicBezTo>
                <a:lnTo>
                  <a:pt x="523520" y="489931"/>
                </a:lnTo>
                <a:cubicBezTo>
                  <a:pt x="541965" y="482593"/>
                  <a:pt x="611396" y="458013"/>
                  <a:pt x="632714" y="450319"/>
                </a:cubicBezTo>
                <a:cubicBezTo>
                  <a:pt x="637120" y="456979"/>
                  <a:pt x="646523" y="446165"/>
                  <a:pt x="651426" y="443762"/>
                </a:cubicBezTo>
                <a:cubicBezTo>
                  <a:pt x="652273" y="448286"/>
                  <a:pt x="664268" y="449456"/>
                  <a:pt x="667724" y="445356"/>
                </a:cubicBezTo>
                <a:cubicBezTo>
                  <a:pt x="751466" y="421701"/>
                  <a:pt x="710176" y="468211"/>
                  <a:pt x="757679" y="438363"/>
                </a:cubicBezTo>
                <a:cubicBezTo>
                  <a:pt x="766141" y="436289"/>
                  <a:pt x="773060" y="437997"/>
                  <a:pt x="779159" y="441277"/>
                </a:cubicBezTo>
                <a:lnTo>
                  <a:pt x="788293" y="448081"/>
                </a:lnTo>
                <a:lnTo>
                  <a:pt x="822923" y="434292"/>
                </a:lnTo>
                <a:cubicBezTo>
                  <a:pt x="840014" y="429396"/>
                  <a:pt x="858036" y="426029"/>
                  <a:pt x="876559" y="424306"/>
                </a:cubicBezTo>
                <a:cubicBezTo>
                  <a:pt x="880889" y="433506"/>
                  <a:pt x="895209" y="420068"/>
                  <a:pt x="902011" y="417336"/>
                </a:cubicBezTo>
                <a:cubicBezTo>
                  <a:pt x="902191" y="423390"/>
                  <a:pt x="917419" y="426022"/>
                  <a:pt x="922715" y="420917"/>
                </a:cubicBezTo>
                <a:cubicBezTo>
                  <a:pt x="1035495" y="397234"/>
                  <a:pt x="972839" y="454951"/>
                  <a:pt x="1040139" y="419808"/>
                </a:cubicBezTo>
                <a:cubicBezTo>
                  <a:pt x="1051469" y="417835"/>
                  <a:pt x="1060048" y="420716"/>
                  <a:pt x="1067251" y="425602"/>
                </a:cubicBezTo>
                <a:lnTo>
                  <a:pt x="1080272" y="437887"/>
                </a:lnTo>
                <a:lnTo>
                  <a:pt x="1090219" y="433244"/>
                </a:lnTo>
                <a:cubicBezTo>
                  <a:pt x="1128054" y="432213"/>
                  <a:pt x="1139443" y="444840"/>
                  <a:pt x="1161226" y="431522"/>
                </a:cubicBezTo>
                <a:cubicBezTo>
                  <a:pt x="1194247" y="457797"/>
                  <a:pt x="1182853" y="433812"/>
                  <a:pt x="1207525" y="429257"/>
                </a:cubicBezTo>
                <a:cubicBezTo>
                  <a:pt x="1226951" y="423550"/>
                  <a:pt x="1190923" y="413889"/>
                  <a:pt x="1210030" y="412023"/>
                </a:cubicBezTo>
                <a:cubicBezTo>
                  <a:pt x="1230853" y="418586"/>
                  <a:pt x="1229491" y="397066"/>
                  <a:pt x="1251170" y="405160"/>
                </a:cubicBezTo>
                <a:cubicBezTo>
                  <a:pt x="1246235" y="421478"/>
                  <a:pt x="1293590" y="401251"/>
                  <a:pt x="1295331" y="415400"/>
                </a:cubicBezTo>
                <a:cubicBezTo>
                  <a:pt x="1313247" y="394801"/>
                  <a:pt x="1322885" y="419606"/>
                  <a:pt x="1347118" y="412922"/>
                </a:cubicBezTo>
                <a:cubicBezTo>
                  <a:pt x="1358442" y="405047"/>
                  <a:pt x="1366690" y="403583"/>
                  <a:pt x="1378108" y="411628"/>
                </a:cubicBezTo>
                <a:cubicBezTo>
                  <a:pt x="1430244" y="373345"/>
                  <a:pt x="1410029" y="409382"/>
                  <a:pt x="1459192" y="394137"/>
                </a:cubicBezTo>
                <a:cubicBezTo>
                  <a:pt x="1501499" y="378273"/>
                  <a:pt x="1549591" y="367610"/>
                  <a:pt x="1590120" y="330826"/>
                </a:cubicBezTo>
                <a:cubicBezTo>
                  <a:pt x="1597495" y="320478"/>
                  <a:pt x="1615987" y="316279"/>
                  <a:pt x="1631417" y="321445"/>
                </a:cubicBezTo>
                <a:cubicBezTo>
                  <a:pt x="1634069" y="322335"/>
                  <a:pt x="1636534" y="323476"/>
                  <a:pt x="1638727" y="324828"/>
                </a:cubicBezTo>
                <a:cubicBezTo>
                  <a:pt x="1674229" y="318675"/>
                  <a:pt x="1804005" y="291708"/>
                  <a:pt x="1844438" y="284522"/>
                </a:cubicBezTo>
                <a:cubicBezTo>
                  <a:pt x="1847960" y="297582"/>
                  <a:pt x="1868036" y="273541"/>
                  <a:pt x="1881324" y="281715"/>
                </a:cubicBezTo>
                <a:cubicBezTo>
                  <a:pt x="1890865" y="288925"/>
                  <a:pt x="1899182" y="283313"/>
                  <a:pt x="1908999" y="282556"/>
                </a:cubicBezTo>
                <a:cubicBezTo>
                  <a:pt x="1922050" y="288125"/>
                  <a:pt x="1964084" y="276888"/>
                  <a:pt x="1974956" y="269176"/>
                </a:cubicBezTo>
                <a:cubicBezTo>
                  <a:pt x="2000789" y="242591"/>
                  <a:pt x="2060915" y="260908"/>
                  <a:pt x="2082409" y="240508"/>
                </a:cubicBezTo>
                <a:cubicBezTo>
                  <a:pt x="2090286" y="237431"/>
                  <a:pt x="2098026" y="236104"/>
                  <a:pt x="2105639" y="235866"/>
                </a:cubicBezTo>
                <a:lnTo>
                  <a:pt x="2126992" y="237686"/>
                </a:lnTo>
                <a:lnTo>
                  <a:pt x="2133154" y="243170"/>
                </a:lnTo>
                <a:lnTo>
                  <a:pt x="2146154" y="241550"/>
                </a:lnTo>
                <a:lnTo>
                  <a:pt x="2149901" y="242334"/>
                </a:lnTo>
                <a:cubicBezTo>
                  <a:pt x="2157061" y="243856"/>
                  <a:pt x="2164126" y="245165"/>
                  <a:pt x="2171100" y="245607"/>
                </a:cubicBezTo>
                <a:cubicBezTo>
                  <a:pt x="2161432" y="217726"/>
                  <a:pt x="2228843" y="244778"/>
                  <a:pt x="2209148" y="222443"/>
                </a:cubicBezTo>
                <a:cubicBezTo>
                  <a:pt x="2245795" y="220027"/>
                  <a:pt x="2217435" y="199404"/>
                  <a:pt x="2261889" y="218750"/>
                </a:cubicBezTo>
                <a:cubicBezTo>
                  <a:pt x="2318421" y="194794"/>
                  <a:pt x="2408342" y="201713"/>
                  <a:pt x="2452315" y="166117"/>
                </a:cubicBezTo>
                <a:cubicBezTo>
                  <a:pt x="2447016" y="179502"/>
                  <a:pt x="2471204" y="189377"/>
                  <a:pt x="2487710" y="182485"/>
                </a:cubicBezTo>
                <a:cubicBezTo>
                  <a:pt x="2469218" y="234964"/>
                  <a:pt x="2552592" y="134331"/>
                  <a:pt x="2567870" y="169640"/>
                </a:cubicBezTo>
                <a:cubicBezTo>
                  <a:pt x="2567993" y="136603"/>
                  <a:pt x="2641492" y="79264"/>
                  <a:pt x="2677053" y="105731"/>
                </a:cubicBezTo>
                <a:cubicBezTo>
                  <a:pt x="2730362" y="98156"/>
                  <a:pt x="2767701" y="70180"/>
                  <a:pt x="2823914" y="80085"/>
                </a:cubicBezTo>
                <a:cubicBezTo>
                  <a:pt x="2825573" y="75636"/>
                  <a:pt x="2828354" y="71885"/>
                  <a:pt x="2831912" y="68644"/>
                </a:cubicBezTo>
                <a:lnTo>
                  <a:pt x="2843870" y="60725"/>
                </a:lnTo>
                <a:lnTo>
                  <a:pt x="2846217" y="61243"/>
                </a:lnTo>
                <a:cubicBezTo>
                  <a:pt x="2855406" y="61177"/>
                  <a:pt x="2860075" y="59230"/>
                  <a:pt x="2862745" y="56460"/>
                </a:cubicBezTo>
                <a:lnTo>
                  <a:pt x="2864596" y="52436"/>
                </a:lnTo>
                <a:lnTo>
                  <a:pt x="2875381" y="48221"/>
                </a:lnTo>
                <a:lnTo>
                  <a:pt x="2895139" y="37404"/>
                </a:lnTo>
                <a:lnTo>
                  <a:pt x="2900232" y="37736"/>
                </a:lnTo>
                <a:lnTo>
                  <a:pt x="2932205" y="25091"/>
                </a:lnTo>
                <a:lnTo>
                  <a:pt x="2933310" y="26034"/>
                </a:lnTo>
                <a:cubicBezTo>
                  <a:pt x="2936512" y="27864"/>
                  <a:pt x="2940256" y="28670"/>
                  <a:pt x="2945218" y="27359"/>
                </a:cubicBezTo>
                <a:cubicBezTo>
                  <a:pt x="2947316" y="45762"/>
                  <a:pt x="2952012" y="32829"/>
                  <a:pt x="2966465" y="27335"/>
                </a:cubicBezTo>
                <a:cubicBezTo>
                  <a:pt x="2972951" y="54691"/>
                  <a:pt x="3008144" y="29186"/>
                  <a:pt x="3023668" y="41123"/>
                </a:cubicBezTo>
                <a:cubicBezTo>
                  <a:pt x="3034143" y="36470"/>
                  <a:pt x="3045337" y="32050"/>
                  <a:pt x="3057077" y="28063"/>
                </a:cubicBezTo>
                <a:lnTo>
                  <a:pt x="3151915" y="24461"/>
                </a:lnTo>
                <a:lnTo>
                  <a:pt x="3251671" y="44793"/>
                </a:lnTo>
                <a:cubicBezTo>
                  <a:pt x="3288430" y="44614"/>
                  <a:pt x="3320402" y="52254"/>
                  <a:pt x="3351400" y="45905"/>
                </a:cubicBezTo>
                <a:cubicBezTo>
                  <a:pt x="3364152" y="52066"/>
                  <a:pt x="3376107" y="54432"/>
                  <a:pt x="3387481" y="44661"/>
                </a:cubicBezTo>
                <a:cubicBezTo>
                  <a:pt x="3421834" y="47236"/>
                  <a:pt x="3430384" y="60743"/>
                  <a:pt x="3451923" y="49700"/>
                </a:cubicBezTo>
                <a:cubicBezTo>
                  <a:pt x="3471592" y="71444"/>
                  <a:pt x="3472580" y="62993"/>
                  <a:pt x="3481520" y="56505"/>
                </a:cubicBezTo>
                <a:lnTo>
                  <a:pt x="3482804" y="56030"/>
                </a:lnTo>
                <a:lnTo>
                  <a:pt x="3485495" y="59139"/>
                </a:lnTo>
                <a:lnTo>
                  <a:pt x="3490972" y="60504"/>
                </a:lnTo>
                <a:lnTo>
                  <a:pt x="3505835" y="59295"/>
                </a:lnTo>
                <a:lnTo>
                  <a:pt x="3511410" y="58026"/>
                </a:lnTo>
                <a:cubicBezTo>
                  <a:pt x="3515254" y="57455"/>
                  <a:pt x="3517816" y="57465"/>
                  <a:pt x="3519598" y="57901"/>
                </a:cubicBezTo>
                <a:lnTo>
                  <a:pt x="3519807" y="58156"/>
                </a:lnTo>
                <a:lnTo>
                  <a:pt x="3527466" y="57534"/>
                </a:lnTo>
                <a:cubicBezTo>
                  <a:pt x="3540383" y="55888"/>
                  <a:pt x="3552942" y="53726"/>
                  <a:pt x="3564889" y="51208"/>
                </a:cubicBezTo>
                <a:cubicBezTo>
                  <a:pt x="3575289" y="65525"/>
                  <a:pt x="3619274" y="47602"/>
                  <a:pt x="3614922" y="75022"/>
                </a:cubicBezTo>
                <a:cubicBezTo>
                  <a:pt x="3631051" y="72436"/>
                  <a:pt x="3640626" y="60912"/>
                  <a:pt x="3635506" y="78936"/>
                </a:cubicBezTo>
                <a:cubicBezTo>
                  <a:pt x="3640824" y="78600"/>
                  <a:pt x="3644132" y="80065"/>
                  <a:pt x="3646525" y="82411"/>
                </a:cubicBezTo>
                <a:lnTo>
                  <a:pt x="3647224" y="83521"/>
                </a:lnTo>
                <a:lnTo>
                  <a:pt x="3683100" y="77327"/>
                </a:lnTo>
                <a:lnTo>
                  <a:pt x="3687901" y="78590"/>
                </a:lnTo>
                <a:lnTo>
                  <a:pt x="3711234" y="71883"/>
                </a:lnTo>
                <a:lnTo>
                  <a:pt x="3723318" y="69843"/>
                </a:lnTo>
                <a:lnTo>
                  <a:pt x="3726677" y="66330"/>
                </a:lnTo>
                <a:cubicBezTo>
                  <a:pt x="3730335" y="64168"/>
                  <a:pt x="3735615" y="63170"/>
                  <a:pt x="3744535" y="64808"/>
                </a:cubicBezTo>
                <a:lnTo>
                  <a:pt x="3746608" y="65740"/>
                </a:lnTo>
                <a:lnTo>
                  <a:pt x="3761262" y="60365"/>
                </a:lnTo>
                <a:cubicBezTo>
                  <a:pt x="3765968" y="57919"/>
                  <a:pt x="3770117" y="54839"/>
                  <a:pt x="3773451" y="50884"/>
                </a:cubicBezTo>
                <a:cubicBezTo>
                  <a:pt x="3824036" y="70790"/>
                  <a:pt x="3871065" y="50900"/>
                  <a:pt x="3925626" y="53519"/>
                </a:cubicBezTo>
                <a:cubicBezTo>
                  <a:pt x="3949771" y="85474"/>
                  <a:pt x="4043223" y="44139"/>
                  <a:pt x="4056184" y="12503"/>
                </a:cubicBezTo>
                <a:cubicBezTo>
                  <a:pt x="4056987" y="40004"/>
                  <a:pt x="4124598" y="1322"/>
                  <a:pt x="4142196" y="3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5FAA8C0-BCC8-6DD2-EE68-471E596696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93299324"/>
              </p:ext>
            </p:extLst>
          </p:nvPr>
        </p:nvGraphicFramePr>
        <p:xfrm>
          <a:off x="1050925" y="2504941"/>
          <a:ext cx="9810750" cy="3749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86608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1CF99F-271B-3CC7-EE5F-EA0A5B70F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Proposed System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D96E7A1-F66A-C897-FF05-FE8A73F170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5249118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366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6D8B66-21A1-FA8B-A15F-4098359BD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System Requirements</a:t>
            </a:r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324B2CB0-7A3B-2532-D778-241000B626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013095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00246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E91FFF-9446-09CE-4D53-6E5729B64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System Modules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DDCC46-07E0-FA18-825B-6ABD602821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5322622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39927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AB6D4E-F6F7-DC5F-4B87-D4C98CBF0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50566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System Architecture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CE33052-51D0-6937-65A6-3662FE333B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2981738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4817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EAB42-64DD-03FB-E7F9-E72786997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Working Flow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4F15505-9D1A-9CF2-361F-0F492F806C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3291477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7512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5127FB-A55A-424C-7CA2-3CB5E3DF7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Conclusion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AF6B425-9335-6074-A17B-40709E5DA5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8397954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91561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F584D22-CD28-4363-A679-ACA953A2A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B0E491B-5098-4794-9326-BC6DB4755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2992"/>
            <a:ext cx="12193149" cy="2344739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2344739">
                <a:moveTo>
                  <a:pt x="1148" y="0"/>
                </a:moveTo>
                <a:lnTo>
                  <a:pt x="12193148" y="0"/>
                </a:lnTo>
                <a:cubicBezTo>
                  <a:pt x="12193148" y="193246"/>
                  <a:pt x="12193149" y="386493"/>
                  <a:pt x="12193149" y="579739"/>
                </a:cubicBezTo>
                <a:lnTo>
                  <a:pt x="12185986" y="584189"/>
                </a:lnTo>
                <a:cubicBezTo>
                  <a:pt x="12156393" y="577430"/>
                  <a:pt x="12176978" y="588328"/>
                  <a:pt x="12156363" y="597366"/>
                </a:cubicBezTo>
                <a:cubicBezTo>
                  <a:pt x="12172308" y="611308"/>
                  <a:pt x="12127905" y="602876"/>
                  <a:pt x="12139215" y="623179"/>
                </a:cubicBezTo>
                <a:cubicBezTo>
                  <a:pt x="12135103" y="624180"/>
                  <a:pt x="12130766" y="624512"/>
                  <a:pt x="12126327" y="624690"/>
                </a:cubicBezTo>
                <a:lnTo>
                  <a:pt x="12124007" y="624794"/>
                </a:lnTo>
                <a:lnTo>
                  <a:pt x="12116854" y="628608"/>
                </a:lnTo>
                <a:lnTo>
                  <a:pt x="12099497" y="628139"/>
                </a:lnTo>
                <a:cubicBezTo>
                  <a:pt x="12095162" y="629804"/>
                  <a:pt x="12090978" y="632365"/>
                  <a:pt x="12087073" y="636341"/>
                </a:cubicBezTo>
                <a:cubicBezTo>
                  <a:pt x="12078890" y="656743"/>
                  <a:pt x="12040481" y="653846"/>
                  <a:pt x="12031073" y="680009"/>
                </a:cubicBezTo>
                <a:cubicBezTo>
                  <a:pt x="12026399" y="688254"/>
                  <a:pt x="12004497" y="705355"/>
                  <a:pt x="11995833" y="703458"/>
                </a:cubicBezTo>
                <a:cubicBezTo>
                  <a:pt x="11990333" y="705967"/>
                  <a:pt x="11986699" y="712045"/>
                  <a:pt x="11979717" y="708161"/>
                </a:cubicBezTo>
                <a:cubicBezTo>
                  <a:pt x="11970382" y="704240"/>
                  <a:pt x="11963763" y="727262"/>
                  <a:pt x="11959046" y="717558"/>
                </a:cubicBezTo>
                <a:lnTo>
                  <a:pt x="11920454" y="730883"/>
                </a:lnTo>
                <a:cubicBezTo>
                  <a:pt x="11919152" y="737943"/>
                  <a:pt x="11912619" y="740145"/>
                  <a:pt x="11903656" y="742426"/>
                </a:cubicBezTo>
                <a:lnTo>
                  <a:pt x="11895048" y="744791"/>
                </a:lnTo>
                <a:lnTo>
                  <a:pt x="11891968" y="755729"/>
                </a:lnTo>
                <a:cubicBezTo>
                  <a:pt x="11881074" y="746401"/>
                  <a:pt x="11884523" y="777742"/>
                  <a:pt x="11870776" y="777816"/>
                </a:cubicBezTo>
                <a:lnTo>
                  <a:pt x="11813376" y="797659"/>
                </a:lnTo>
                <a:lnTo>
                  <a:pt x="11590693" y="963777"/>
                </a:lnTo>
                <a:cubicBezTo>
                  <a:pt x="11550201" y="990714"/>
                  <a:pt x="11542649" y="940770"/>
                  <a:pt x="11506817" y="1033623"/>
                </a:cubicBezTo>
                <a:cubicBezTo>
                  <a:pt x="11450023" y="1089460"/>
                  <a:pt x="11337127" y="1190174"/>
                  <a:pt x="11280332" y="1223571"/>
                </a:cubicBezTo>
                <a:cubicBezTo>
                  <a:pt x="11267547" y="1231171"/>
                  <a:pt x="11229147" y="1296589"/>
                  <a:pt x="11228309" y="1276236"/>
                </a:cubicBezTo>
                <a:cubicBezTo>
                  <a:pt x="11223950" y="1278203"/>
                  <a:pt x="11220761" y="1277680"/>
                  <a:pt x="11218087" y="1275961"/>
                </a:cubicBezTo>
                <a:lnTo>
                  <a:pt x="11217184" y="1275018"/>
                </a:lnTo>
                <a:lnTo>
                  <a:pt x="11188885" y="1292383"/>
                </a:lnTo>
                <a:lnTo>
                  <a:pt x="11184501" y="1292525"/>
                </a:lnTo>
                <a:lnTo>
                  <a:pt x="11166854" y="1306612"/>
                </a:lnTo>
                <a:lnTo>
                  <a:pt x="11157311" y="1312414"/>
                </a:lnTo>
                <a:lnTo>
                  <a:pt x="11155496" y="1317097"/>
                </a:lnTo>
                <a:cubicBezTo>
                  <a:pt x="11153045" y="1320465"/>
                  <a:pt x="11148902" y="1323112"/>
                  <a:pt x="11140961" y="1324115"/>
                </a:cubicBezTo>
                <a:lnTo>
                  <a:pt x="11138961" y="1323772"/>
                </a:lnTo>
                <a:lnTo>
                  <a:pt x="11128208" y="1333832"/>
                </a:lnTo>
                <a:cubicBezTo>
                  <a:pt x="11124962" y="1337814"/>
                  <a:pt x="11122359" y="1342287"/>
                  <a:pt x="11120691" y="1347424"/>
                </a:cubicBezTo>
                <a:cubicBezTo>
                  <a:pt x="11081770" y="1370685"/>
                  <a:pt x="10952581" y="1444106"/>
                  <a:pt x="10894683" y="1473399"/>
                </a:cubicBezTo>
                <a:cubicBezTo>
                  <a:pt x="10861781" y="1488434"/>
                  <a:pt x="10817803" y="1508886"/>
                  <a:pt x="10773300" y="1523191"/>
                </a:cubicBezTo>
                <a:cubicBezTo>
                  <a:pt x="10733414" y="1567419"/>
                  <a:pt x="10677791" y="1526735"/>
                  <a:pt x="10627668" y="1559229"/>
                </a:cubicBezTo>
                <a:cubicBezTo>
                  <a:pt x="10590276" y="1542103"/>
                  <a:pt x="10613693" y="1562282"/>
                  <a:pt x="10581895" y="1568689"/>
                </a:cubicBezTo>
                <a:cubicBezTo>
                  <a:pt x="10597733" y="1591656"/>
                  <a:pt x="10540912" y="1568241"/>
                  <a:pt x="10547790" y="1598423"/>
                </a:cubicBezTo>
                <a:cubicBezTo>
                  <a:pt x="10541784" y="1598632"/>
                  <a:pt x="10535750" y="1597886"/>
                  <a:pt x="10529643" y="1596907"/>
                </a:cubicBezTo>
                <a:lnTo>
                  <a:pt x="10526446" y="1596411"/>
                </a:lnTo>
                <a:lnTo>
                  <a:pt x="10515129" y="1599537"/>
                </a:lnTo>
                <a:lnTo>
                  <a:pt x="10491735" y="1594156"/>
                </a:lnTo>
                <a:cubicBezTo>
                  <a:pt x="10485147" y="1595190"/>
                  <a:pt x="10478389" y="1597459"/>
                  <a:pt x="10471418" y="1601693"/>
                </a:cubicBezTo>
                <a:cubicBezTo>
                  <a:pt x="10451763" y="1626665"/>
                  <a:pt x="10400774" y="1612276"/>
                  <a:pt x="10377042" y="1644598"/>
                </a:cubicBezTo>
                <a:cubicBezTo>
                  <a:pt x="10367240" y="1654315"/>
                  <a:pt x="10330319" y="1671126"/>
                  <a:pt x="10319338" y="1666221"/>
                </a:cubicBezTo>
                <a:cubicBezTo>
                  <a:pt x="10310813" y="1668060"/>
                  <a:pt x="10303331" y="1675173"/>
                  <a:pt x="10295467" y="1668079"/>
                </a:cubicBezTo>
                <a:cubicBezTo>
                  <a:pt x="10284420" y="1660290"/>
                  <a:pt x="10265794" y="1689186"/>
                  <a:pt x="10263443" y="1674948"/>
                </a:cubicBezTo>
                <a:lnTo>
                  <a:pt x="10205418" y="1682149"/>
                </a:lnTo>
                <a:cubicBezTo>
                  <a:pt x="10200696" y="1691209"/>
                  <a:pt x="10190895" y="1692356"/>
                  <a:pt x="10177759" y="1692943"/>
                </a:cubicBezTo>
                <a:lnTo>
                  <a:pt x="10165070" y="1693739"/>
                </a:lnTo>
                <a:lnTo>
                  <a:pt x="10156308" y="1707487"/>
                </a:lnTo>
                <a:cubicBezTo>
                  <a:pt x="10145406" y="1692057"/>
                  <a:pt x="10136981" y="1734810"/>
                  <a:pt x="10118267" y="1731142"/>
                </a:cubicBezTo>
                <a:lnTo>
                  <a:pt x="10083317" y="1743296"/>
                </a:lnTo>
                <a:cubicBezTo>
                  <a:pt x="10075718" y="1741227"/>
                  <a:pt x="10048011" y="1742555"/>
                  <a:pt x="10040388" y="1741632"/>
                </a:cubicBezTo>
                <a:cubicBezTo>
                  <a:pt x="9999609" y="1751733"/>
                  <a:pt x="9985545" y="1752223"/>
                  <a:pt x="9961167" y="1757147"/>
                </a:cubicBezTo>
                <a:cubicBezTo>
                  <a:pt x="9920131" y="1757289"/>
                  <a:pt x="9889892" y="1754090"/>
                  <a:pt x="9848940" y="1763915"/>
                </a:cubicBezTo>
                <a:lnTo>
                  <a:pt x="9729457" y="1784122"/>
                </a:lnTo>
                <a:cubicBezTo>
                  <a:pt x="9676207" y="1774536"/>
                  <a:pt x="9631235" y="1799759"/>
                  <a:pt x="9613704" y="1812371"/>
                </a:cubicBezTo>
                <a:cubicBezTo>
                  <a:pt x="9548152" y="1826647"/>
                  <a:pt x="9410970" y="1863993"/>
                  <a:pt x="9338590" y="1869293"/>
                </a:cubicBezTo>
                <a:lnTo>
                  <a:pt x="9232518" y="1893149"/>
                </a:lnTo>
                <a:lnTo>
                  <a:pt x="9156690" y="1903228"/>
                </a:lnTo>
                <a:lnTo>
                  <a:pt x="9054601" y="1910755"/>
                </a:lnTo>
                <a:lnTo>
                  <a:pt x="9006634" y="1914040"/>
                </a:lnTo>
                <a:lnTo>
                  <a:pt x="9006349" y="1913800"/>
                </a:lnTo>
                <a:cubicBezTo>
                  <a:pt x="9004294" y="1913580"/>
                  <a:pt x="9001475" y="1913908"/>
                  <a:pt x="8997380" y="1915011"/>
                </a:cubicBezTo>
                <a:lnTo>
                  <a:pt x="8991542" y="1917072"/>
                </a:lnTo>
                <a:lnTo>
                  <a:pt x="8975485" y="1920298"/>
                </a:lnTo>
                <a:lnTo>
                  <a:pt x="8969159" y="1919598"/>
                </a:lnTo>
                <a:lnTo>
                  <a:pt x="8964196" y="1917373"/>
                </a:lnTo>
                <a:cubicBezTo>
                  <a:pt x="8955841" y="1925324"/>
                  <a:pt x="8956668" y="1934272"/>
                  <a:pt x="8930136" y="1914185"/>
                </a:cubicBezTo>
                <a:cubicBezTo>
                  <a:pt x="8899182" y="1915205"/>
                  <a:pt x="8790451" y="1929860"/>
                  <a:pt x="8753592" y="1933417"/>
                </a:cubicBezTo>
                <a:cubicBezTo>
                  <a:pt x="8720970" y="1944137"/>
                  <a:pt x="8749345" y="1930476"/>
                  <a:pt x="8708995" y="1935518"/>
                </a:cubicBezTo>
                <a:cubicBezTo>
                  <a:pt x="8672757" y="1955053"/>
                  <a:pt x="8640293" y="1938613"/>
                  <a:pt x="8597219" y="1944090"/>
                </a:cubicBezTo>
                <a:lnTo>
                  <a:pt x="8526378" y="1929248"/>
                </a:lnTo>
                <a:lnTo>
                  <a:pt x="8512131" y="1935163"/>
                </a:lnTo>
                <a:lnTo>
                  <a:pt x="8507315" y="1938164"/>
                </a:lnTo>
                <a:cubicBezTo>
                  <a:pt x="8503797" y="1939941"/>
                  <a:pt x="8501196" y="1940752"/>
                  <a:pt x="8499116" y="1940902"/>
                </a:cubicBezTo>
                <a:lnTo>
                  <a:pt x="8498742" y="1940723"/>
                </a:lnTo>
                <a:lnTo>
                  <a:pt x="8491397" y="1943773"/>
                </a:lnTo>
                <a:lnTo>
                  <a:pt x="8368330" y="1957815"/>
                </a:lnTo>
                <a:cubicBezTo>
                  <a:pt x="8363173" y="1959840"/>
                  <a:pt x="8358881" y="1959492"/>
                  <a:pt x="8354947" y="1958009"/>
                </a:cubicBezTo>
                <a:lnTo>
                  <a:pt x="8321252" y="1974587"/>
                </a:lnTo>
                <a:lnTo>
                  <a:pt x="8315581" y="1974913"/>
                </a:lnTo>
                <a:lnTo>
                  <a:pt x="8296322" y="1988808"/>
                </a:lnTo>
                <a:lnTo>
                  <a:pt x="8285424" y="1994631"/>
                </a:lnTo>
                <a:lnTo>
                  <a:pt x="8284298" y="1999074"/>
                </a:lnTo>
                <a:cubicBezTo>
                  <a:pt x="8281994" y="2002319"/>
                  <a:pt x="8277300" y="2004967"/>
                  <a:pt x="8267224" y="2006249"/>
                </a:cubicBezTo>
                <a:lnTo>
                  <a:pt x="8264525" y="2006019"/>
                </a:lnTo>
                <a:lnTo>
                  <a:pt x="8253181" y="2015862"/>
                </a:lnTo>
                <a:cubicBezTo>
                  <a:pt x="8250007" y="2019712"/>
                  <a:pt x="8247795" y="2023994"/>
                  <a:pt x="8246982" y="2028854"/>
                </a:cubicBezTo>
                <a:cubicBezTo>
                  <a:pt x="8182975" y="2025947"/>
                  <a:pt x="8148279" y="2060069"/>
                  <a:pt x="8091420" y="2075015"/>
                </a:cubicBezTo>
                <a:cubicBezTo>
                  <a:pt x="8026616" y="2098157"/>
                  <a:pt x="7968218" y="2119393"/>
                  <a:pt x="7906555" y="2116988"/>
                </a:cubicBezTo>
                <a:cubicBezTo>
                  <a:pt x="7836267" y="2131900"/>
                  <a:pt x="7782114" y="2134131"/>
                  <a:pt x="7719893" y="2142703"/>
                </a:cubicBezTo>
                <a:lnTo>
                  <a:pt x="7615495" y="2139232"/>
                </a:lnTo>
                <a:lnTo>
                  <a:pt x="7528691" y="2145060"/>
                </a:lnTo>
                <a:lnTo>
                  <a:pt x="7520719" y="2147613"/>
                </a:lnTo>
                <a:cubicBezTo>
                  <a:pt x="7515141" y="2148952"/>
                  <a:pt x="7511320" y="2149302"/>
                  <a:pt x="7508559" y="2148948"/>
                </a:cubicBezTo>
                <a:lnTo>
                  <a:pt x="7508188" y="2148621"/>
                </a:lnTo>
                <a:lnTo>
                  <a:pt x="7496943" y="2150573"/>
                </a:lnTo>
                <a:lnTo>
                  <a:pt x="7219707" y="2156680"/>
                </a:lnTo>
                <a:lnTo>
                  <a:pt x="7202249" y="2161230"/>
                </a:lnTo>
                <a:lnTo>
                  <a:pt x="7198152" y="2166588"/>
                </a:lnTo>
                <a:cubicBezTo>
                  <a:pt x="7193259" y="2170111"/>
                  <a:pt x="7185654" y="2172250"/>
                  <a:pt x="7171956" y="2171236"/>
                </a:cubicBezTo>
                <a:lnTo>
                  <a:pt x="7098136" y="2183464"/>
                </a:lnTo>
                <a:cubicBezTo>
                  <a:pt x="7062296" y="2184442"/>
                  <a:pt x="7051336" y="2185419"/>
                  <a:pt x="7019644" y="2183090"/>
                </a:cubicBezTo>
                <a:cubicBezTo>
                  <a:pt x="6938675" y="2194028"/>
                  <a:pt x="6944793" y="2218194"/>
                  <a:pt x="6905294" y="2212596"/>
                </a:cubicBezTo>
                <a:cubicBezTo>
                  <a:pt x="6873070" y="2207388"/>
                  <a:pt x="6789137" y="2226462"/>
                  <a:pt x="6709370" y="2240551"/>
                </a:cubicBezTo>
                <a:cubicBezTo>
                  <a:pt x="6650254" y="2250006"/>
                  <a:pt x="6629253" y="2264107"/>
                  <a:pt x="6550602" y="2269327"/>
                </a:cubicBezTo>
                <a:cubicBezTo>
                  <a:pt x="6473302" y="2313417"/>
                  <a:pt x="6410843" y="2289694"/>
                  <a:pt x="6318708" y="2316127"/>
                </a:cubicBezTo>
                <a:cubicBezTo>
                  <a:pt x="6298698" y="2331649"/>
                  <a:pt x="6210439" y="2314456"/>
                  <a:pt x="6169822" y="2318214"/>
                </a:cubicBezTo>
                <a:cubicBezTo>
                  <a:pt x="6129203" y="2321972"/>
                  <a:pt x="6091688" y="2335520"/>
                  <a:pt x="6074996" y="2338676"/>
                </a:cubicBezTo>
                <a:lnTo>
                  <a:pt x="6069677" y="2337139"/>
                </a:lnTo>
                <a:lnTo>
                  <a:pt x="6049786" y="2337822"/>
                </a:lnTo>
                <a:lnTo>
                  <a:pt x="6042433" y="2329473"/>
                </a:lnTo>
                <a:lnTo>
                  <a:pt x="6011238" y="2324380"/>
                </a:lnTo>
                <a:cubicBezTo>
                  <a:pt x="5999830" y="2323793"/>
                  <a:pt x="5971276" y="2324706"/>
                  <a:pt x="5958523" y="2328024"/>
                </a:cubicBezTo>
                <a:lnTo>
                  <a:pt x="5760067" y="2343716"/>
                </a:lnTo>
                <a:lnTo>
                  <a:pt x="5628108" y="2344739"/>
                </a:lnTo>
                <a:lnTo>
                  <a:pt x="5472054" y="2330719"/>
                </a:lnTo>
                <a:cubicBezTo>
                  <a:pt x="5479284" y="2317691"/>
                  <a:pt x="5440157" y="2331757"/>
                  <a:pt x="5433909" y="2319466"/>
                </a:cubicBezTo>
                <a:cubicBezTo>
                  <a:pt x="5430517" y="2309434"/>
                  <a:pt x="5392976" y="2304750"/>
                  <a:pt x="5382817" y="2301764"/>
                </a:cubicBezTo>
                <a:lnTo>
                  <a:pt x="5262912" y="2281347"/>
                </a:lnTo>
                <a:cubicBezTo>
                  <a:pt x="5252746" y="2281163"/>
                  <a:pt x="5231699" y="2272853"/>
                  <a:pt x="5224109" y="2270223"/>
                </a:cubicBezTo>
                <a:lnTo>
                  <a:pt x="5175808" y="2267233"/>
                </a:lnTo>
                <a:lnTo>
                  <a:pt x="5157702" y="2260010"/>
                </a:lnTo>
                <a:lnTo>
                  <a:pt x="5143747" y="2256610"/>
                </a:lnTo>
                <a:lnTo>
                  <a:pt x="5140744" y="2254509"/>
                </a:lnTo>
                <a:cubicBezTo>
                  <a:pt x="5135026" y="2250469"/>
                  <a:pt x="5129229" y="2246658"/>
                  <a:pt x="5122807" y="2243656"/>
                </a:cubicBezTo>
                <a:cubicBezTo>
                  <a:pt x="5109467" y="2272275"/>
                  <a:pt x="5066004" y="2222839"/>
                  <a:pt x="5066938" y="2250227"/>
                </a:cubicBezTo>
                <a:cubicBezTo>
                  <a:pt x="5029345" y="2238711"/>
                  <a:pt x="5040096" y="2267800"/>
                  <a:pt x="5012662" y="2233846"/>
                </a:cubicBezTo>
                <a:cubicBezTo>
                  <a:pt x="4938174" y="2234229"/>
                  <a:pt x="4917504" y="2247236"/>
                  <a:pt x="4841589" y="2209829"/>
                </a:cubicBezTo>
                <a:cubicBezTo>
                  <a:pt x="4807890" y="2193187"/>
                  <a:pt x="4785258" y="2182041"/>
                  <a:pt x="4763595" y="2182061"/>
                </a:cubicBezTo>
                <a:cubicBezTo>
                  <a:pt x="4742475" y="2177561"/>
                  <a:pt x="4730631" y="2174738"/>
                  <a:pt x="4724334" y="2173047"/>
                </a:cubicBezTo>
                <a:lnTo>
                  <a:pt x="4722324" y="2172298"/>
                </a:lnTo>
                <a:lnTo>
                  <a:pt x="4723259" y="2172087"/>
                </a:lnTo>
                <a:cubicBezTo>
                  <a:pt x="4722296" y="2171445"/>
                  <a:pt x="4719415" y="2170839"/>
                  <a:pt x="4718350" y="2170817"/>
                </a:cubicBezTo>
                <a:lnTo>
                  <a:pt x="4722324" y="2172298"/>
                </a:lnTo>
                <a:lnTo>
                  <a:pt x="4716674" y="2173573"/>
                </a:lnTo>
                <a:cubicBezTo>
                  <a:pt x="4681300" y="2166617"/>
                  <a:pt x="4525895" y="2165809"/>
                  <a:pt x="4516962" y="2163671"/>
                </a:cubicBezTo>
                <a:cubicBezTo>
                  <a:pt x="4458971" y="2150559"/>
                  <a:pt x="4463810" y="2149818"/>
                  <a:pt x="4429691" y="2153020"/>
                </a:cubicBezTo>
                <a:cubicBezTo>
                  <a:pt x="4424455" y="2156391"/>
                  <a:pt x="4370126" y="2150097"/>
                  <a:pt x="4364023" y="2151674"/>
                </a:cubicBezTo>
                <a:lnTo>
                  <a:pt x="4318114" y="2158289"/>
                </a:lnTo>
                <a:lnTo>
                  <a:pt x="4316258" y="2156948"/>
                </a:lnTo>
                <a:cubicBezTo>
                  <a:pt x="4307275" y="2153577"/>
                  <a:pt x="4301145" y="2153578"/>
                  <a:pt x="4296292" y="2155069"/>
                </a:cubicBezTo>
                <a:lnTo>
                  <a:pt x="4291212" y="2157986"/>
                </a:lnTo>
                <a:lnTo>
                  <a:pt x="4277290" y="2157740"/>
                </a:lnTo>
                <a:lnTo>
                  <a:pt x="4249265" y="2160064"/>
                </a:lnTo>
                <a:lnTo>
                  <a:pt x="4203199" y="2157269"/>
                </a:lnTo>
                <a:cubicBezTo>
                  <a:pt x="4203096" y="2156849"/>
                  <a:pt x="4202995" y="2156430"/>
                  <a:pt x="4202893" y="2156010"/>
                </a:cubicBezTo>
                <a:cubicBezTo>
                  <a:pt x="4201267" y="2153173"/>
                  <a:pt x="4198292" y="2151054"/>
                  <a:pt x="4192396" y="2150376"/>
                </a:cubicBezTo>
                <a:cubicBezTo>
                  <a:pt x="4205365" y="2133087"/>
                  <a:pt x="4162425" y="2134982"/>
                  <a:pt x="4143893" y="2134511"/>
                </a:cubicBezTo>
                <a:cubicBezTo>
                  <a:pt x="4125868" y="2127445"/>
                  <a:pt x="4100250" y="2113865"/>
                  <a:pt x="4084245" y="2107978"/>
                </a:cubicBezTo>
                <a:lnTo>
                  <a:pt x="4075694" y="2107143"/>
                </a:lnTo>
                <a:cubicBezTo>
                  <a:pt x="4075655" y="2107042"/>
                  <a:pt x="4075614" y="2106943"/>
                  <a:pt x="4075575" y="2106844"/>
                </a:cubicBezTo>
                <a:cubicBezTo>
                  <a:pt x="4073829" y="2106060"/>
                  <a:pt x="4071057" y="2105559"/>
                  <a:pt x="4066658" y="2105400"/>
                </a:cubicBezTo>
                <a:lnTo>
                  <a:pt x="4060102" y="2105618"/>
                </a:lnTo>
                <a:lnTo>
                  <a:pt x="4043512" y="2103997"/>
                </a:lnTo>
                <a:lnTo>
                  <a:pt x="4038145" y="2101563"/>
                </a:lnTo>
                <a:lnTo>
                  <a:pt x="4036511" y="2097896"/>
                </a:lnTo>
                <a:lnTo>
                  <a:pt x="4034926" y="2098131"/>
                </a:lnTo>
                <a:cubicBezTo>
                  <a:pt x="4022576" y="2102995"/>
                  <a:pt x="4018025" y="2111371"/>
                  <a:pt x="4005686" y="2085563"/>
                </a:cubicBezTo>
                <a:lnTo>
                  <a:pt x="3937994" y="2068106"/>
                </a:lnTo>
                <a:cubicBezTo>
                  <a:pt x="3921658" y="2075830"/>
                  <a:pt x="3909686" y="2071141"/>
                  <a:pt x="3898423" y="2062451"/>
                </a:cubicBezTo>
                <a:cubicBezTo>
                  <a:pt x="3862243" y="2062947"/>
                  <a:pt x="3830779" y="2049077"/>
                  <a:pt x="3790908" y="2042213"/>
                </a:cubicBezTo>
                <a:cubicBezTo>
                  <a:pt x="3742158" y="2027507"/>
                  <a:pt x="3726280" y="2025530"/>
                  <a:pt x="3683661" y="2018290"/>
                </a:cubicBezTo>
                <a:lnTo>
                  <a:pt x="3611183" y="1986019"/>
                </a:lnTo>
                <a:lnTo>
                  <a:pt x="3605003" y="1987381"/>
                </a:lnTo>
                <a:cubicBezTo>
                  <a:pt x="3600731" y="1988000"/>
                  <a:pt x="3597877" y="1988000"/>
                  <a:pt x="3595884" y="1987545"/>
                </a:cubicBezTo>
                <a:lnTo>
                  <a:pt x="3595649" y="1987276"/>
                </a:lnTo>
                <a:lnTo>
                  <a:pt x="3587126" y="1987966"/>
                </a:lnTo>
                <a:cubicBezTo>
                  <a:pt x="3572774" y="1989757"/>
                  <a:pt x="3550540" y="1975558"/>
                  <a:pt x="3537283" y="1978267"/>
                </a:cubicBezTo>
                <a:cubicBezTo>
                  <a:pt x="3515092" y="1973971"/>
                  <a:pt x="3489773" y="1980236"/>
                  <a:pt x="3474371" y="1974606"/>
                </a:cubicBezTo>
                <a:lnTo>
                  <a:pt x="3401876" y="1962558"/>
                </a:lnTo>
                <a:lnTo>
                  <a:pt x="3365036" y="1979510"/>
                </a:lnTo>
                <a:cubicBezTo>
                  <a:pt x="3361007" y="1981808"/>
                  <a:pt x="3355145" y="1982886"/>
                  <a:pt x="3345174" y="1981192"/>
                </a:cubicBezTo>
                <a:lnTo>
                  <a:pt x="3342846" y="1980217"/>
                </a:lnTo>
                <a:cubicBezTo>
                  <a:pt x="3337528" y="1982688"/>
                  <a:pt x="3296694" y="1983818"/>
                  <a:pt x="3263504" y="1986094"/>
                </a:cubicBezTo>
                <a:cubicBezTo>
                  <a:pt x="3210873" y="1988435"/>
                  <a:pt x="3204538" y="1996407"/>
                  <a:pt x="3143704" y="1993869"/>
                </a:cubicBezTo>
                <a:cubicBezTo>
                  <a:pt x="3083839" y="1995098"/>
                  <a:pt x="3073438" y="2001104"/>
                  <a:pt x="3031439" y="1996512"/>
                </a:cubicBezTo>
                <a:lnTo>
                  <a:pt x="2782717" y="2018333"/>
                </a:lnTo>
                <a:cubicBezTo>
                  <a:pt x="2720447" y="2045988"/>
                  <a:pt x="2718750" y="2015419"/>
                  <a:pt x="2647675" y="2028869"/>
                </a:cubicBezTo>
                <a:cubicBezTo>
                  <a:pt x="2583664" y="1968934"/>
                  <a:pt x="2609849" y="2007202"/>
                  <a:pt x="2569176" y="2002628"/>
                </a:cubicBezTo>
                <a:lnTo>
                  <a:pt x="2444403" y="2016529"/>
                </a:lnTo>
                <a:cubicBezTo>
                  <a:pt x="2412730" y="2033089"/>
                  <a:pt x="2355175" y="2003000"/>
                  <a:pt x="2316260" y="2024996"/>
                </a:cubicBezTo>
                <a:cubicBezTo>
                  <a:pt x="2277148" y="2025534"/>
                  <a:pt x="2234330" y="2021339"/>
                  <a:pt x="2209726" y="2019763"/>
                </a:cubicBezTo>
                <a:cubicBezTo>
                  <a:pt x="2172984" y="2016106"/>
                  <a:pt x="2131016" y="2007174"/>
                  <a:pt x="2095813" y="2003052"/>
                </a:cubicBezTo>
                <a:cubicBezTo>
                  <a:pt x="2078687" y="2016661"/>
                  <a:pt x="2046700" y="1994357"/>
                  <a:pt x="1998504" y="1995032"/>
                </a:cubicBezTo>
                <a:cubicBezTo>
                  <a:pt x="1979851" y="2010679"/>
                  <a:pt x="1965997" y="1995296"/>
                  <a:pt x="1929320" y="2016977"/>
                </a:cubicBezTo>
                <a:cubicBezTo>
                  <a:pt x="1927506" y="2015185"/>
                  <a:pt x="1925308" y="2013558"/>
                  <a:pt x="1922798" y="2012146"/>
                </a:cubicBezTo>
                <a:cubicBezTo>
                  <a:pt x="1908224" y="2003952"/>
                  <a:pt x="1886476" y="2004665"/>
                  <a:pt x="1874228" y="2013741"/>
                </a:cubicBezTo>
                <a:cubicBezTo>
                  <a:pt x="1844711" y="2028500"/>
                  <a:pt x="1815838" y="2036277"/>
                  <a:pt x="1787803" y="2041363"/>
                </a:cubicBezTo>
                <a:lnTo>
                  <a:pt x="1739352" y="2036312"/>
                </a:lnTo>
                <a:cubicBezTo>
                  <a:pt x="1720756" y="2032746"/>
                  <a:pt x="1697809" y="2023837"/>
                  <a:pt x="1676219" y="2019963"/>
                </a:cubicBezTo>
                <a:cubicBezTo>
                  <a:pt x="1653856" y="2018758"/>
                  <a:pt x="1629782" y="2025363"/>
                  <a:pt x="1609817" y="2013066"/>
                </a:cubicBezTo>
                <a:cubicBezTo>
                  <a:pt x="1570834" y="2001390"/>
                  <a:pt x="1525521" y="2021545"/>
                  <a:pt x="1497258" y="1987476"/>
                </a:cubicBezTo>
                <a:cubicBezTo>
                  <a:pt x="1419429" y="1972767"/>
                  <a:pt x="1265224" y="1952754"/>
                  <a:pt x="1151127" y="1938041"/>
                </a:cubicBezTo>
                <a:cubicBezTo>
                  <a:pt x="1044820" y="1928230"/>
                  <a:pt x="911490" y="1929978"/>
                  <a:pt x="859417" y="1928608"/>
                </a:cubicBezTo>
                <a:lnTo>
                  <a:pt x="838688" y="1929821"/>
                </a:lnTo>
                <a:cubicBezTo>
                  <a:pt x="829380" y="1926412"/>
                  <a:pt x="823010" y="1926387"/>
                  <a:pt x="817957" y="1927857"/>
                </a:cubicBezTo>
                <a:lnTo>
                  <a:pt x="812654" y="1930751"/>
                </a:lnTo>
                <a:lnTo>
                  <a:pt x="721195" y="1929661"/>
                </a:lnTo>
                <a:cubicBezTo>
                  <a:pt x="721095" y="1929241"/>
                  <a:pt x="720991" y="1928820"/>
                  <a:pt x="720890" y="1928399"/>
                </a:cubicBezTo>
                <a:cubicBezTo>
                  <a:pt x="719222" y="1925556"/>
                  <a:pt x="716144" y="1923424"/>
                  <a:pt x="710023" y="1922722"/>
                </a:cubicBezTo>
                <a:cubicBezTo>
                  <a:pt x="689532" y="1914633"/>
                  <a:pt x="619665" y="1887450"/>
                  <a:pt x="597940" y="1879864"/>
                </a:cubicBezTo>
                <a:cubicBezTo>
                  <a:pt x="587430" y="1879265"/>
                  <a:pt x="583862" y="1877622"/>
                  <a:pt x="579683" y="1877212"/>
                </a:cubicBezTo>
                <a:lnTo>
                  <a:pt x="572865" y="1877401"/>
                </a:lnTo>
                <a:cubicBezTo>
                  <a:pt x="550627" y="1871095"/>
                  <a:pt x="474197" y="1846680"/>
                  <a:pt x="446247" y="1839371"/>
                </a:cubicBezTo>
                <a:cubicBezTo>
                  <a:pt x="429213" y="1847023"/>
                  <a:pt x="416808" y="1842285"/>
                  <a:pt x="405163" y="1833548"/>
                </a:cubicBezTo>
                <a:cubicBezTo>
                  <a:pt x="367566" y="1833890"/>
                  <a:pt x="334968" y="1819885"/>
                  <a:pt x="293583" y="1812852"/>
                </a:cubicBezTo>
                <a:lnTo>
                  <a:pt x="119529" y="1761047"/>
                </a:lnTo>
                <a:cubicBezTo>
                  <a:pt x="73377" y="1751937"/>
                  <a:pt x="36403" y="1759579"/>
                  <a:pt x="16674" y="1758191"/>
                </a:cubicBezTo>
                <a:lnTo>
                  <a:pt x="1150" y="1752722"/>
                </a:lnTo>
                <a:cubicBezTo>
                  <a:pt x="-1438" y="1496726"/>
                  <a:pt x="1148" y="514333"/>
                  <a:pt x="1148" y="222213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3E4CAB-2CFC-6C67-61A3-1DFF618C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879" y="609601"/>
            <a:ext cx="9810604" cy="1216024"/>
          </a:xfrm>
        </p:spPr>
        <p:txBody>
          <a:bodyPr>
            <a:normAutofit/>
          </a:bodyPr>
          <a:lstStyle/>
          <a:p>
            <a:r>
              <a:rPr lang="en-US" b="1">
                <a:latin typeface="Calibri"/>
                <a:ea typeface="Calibri"/>
                <a:cs typeface="Calibri"/>
              </a:rPr>
              <a:t>Future Scope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4962641-E5B6-4C45-5CBA-859FF4E7B0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5697576"/>
              </p:ext>
            </p:extLst>
          </p:nvPr>
        </p:nvGraphicFramePr>
        <p:xfrm>
          <a:off x="1050925" y="2586251"/>
          <a:ext cx="10064998" cy="3662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8356445"/>
      </p:ext>
    </p:extLst>
  </p:cSld>
  <p:clrMapOvr>
    <a:masterClrMapping/>
  </p:clrMapOvr>
</p:sld>
</file>

<file path=ppt/theme/theme1.xml><?xml version="1.0" encoding="utf-8"?>
<a:theme xmlns:a="http://schemas.openxmlformats.org/drawingml/2006/main" name="ArchiveVTI">
  <a:themeElements>
    <a:clrScheme name="Archive">
      <a:dk1>
        <a:sysClr val="windowText" lastClr="000000"/>
      </a:dk1>
      <a:lt1>
        <a:sysClr val="window" lastClr="FFFFFF"/>
      </a:lt1>
      <a:dk2>
        <a:srgbClr val="353B3D"/>
      </a:dk2>
      <a:lt2>
        <a:srgbClr val="EEECEA"/>
      </a:lt2>
      <a:accent1>
        <a:srgbClr val="A65E5E"/>
      </a:accent1>
      <a:accent2>
        <a:srgbClr val="9D6053"/>
      </a:accent2>
      <a:accent3>
        <a:srgbClr val="968274"/>
      </a:accent3>
      <a:accent4>
        <a:srgbClr val="878079"/>
      </a:accent4>
      <a:accent5>
        <a:srgbClr val="6C737A"/>
      </a:accent5>
      <a:accent6>
        <a:srgbClr val="697777"/>
      </a:accent6>
      <a:hlink>
        <a:srgbClr val="A25872"/>
      </a:hlink>
      <a:folHlink>
        <a:srgbClr val="667A7E"/>
      </a:folHlink>
    </a:clrScheme>
    <a:fontScheme name="Custom 170">
      <a:majorFont>
        <a:latin typeface="Bembo"/>
        <a:ea typeface=""/>
        <a:cs typeface=""/>
      </a:majorFont>
      <a:minorFont>
        <a:latin typeface="Bemb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veVTI" id="{514BDC9F-20AC-40CA-9FE7-B30987BCD2D4}" vid="{D8FA1533-D953-46ED-B2C7-B32AF1BED7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ArchiveVTI</vt:lpstr>
      <vt:lpstr>AI-Based Interview Performance Analyzer using CNN and NLP</vt:lpstr>
      <vt:lpstr>Abstract</vt:lpstr>
      <vt:lpstr>Introduction</vt:lpstr>
      <vt:lpstr>Existing System</vt:lpstr>
      <vt:lpstr>Proposed System</vt:lpstr>
      <vt:lpstr>System Requirements</vt:lpstr>
      <vt:lpstr>System Modules</vt:lpstr>
      <vt:lpstr>System Architecture</vt:lpstr>
      <vt:lpstr>Working Flow</vt:lpstr>
      <vt:lpstr>Conclusion</vt:lpstr>
      <vt:lpstr>Future Scope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24</cp:revision>
  <dcterms:created xsi:type="dcterms:W3CDTF">2026-03-06T17:26:11Z</dcterms:created>
  <dcterms:modified xsi:type="dcterms:W3CDTF">2026-03-06T18:29:58Z</dcterms:modified>
</cp:coreProperties>
</file>